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62" r:id="rId3"/>
    <p:sldId id="320" r:id="rId4"/>
    <p:sldId id="321" r:id="rId5"/>
    <p:sldId id="322" r:id="rId6"/>
    <p:sldId id="323" r:id="rId7"/>
    <p:sldId id="324" r:id="rId8"/>
    <p:sldId id="259" r:id="rId9"/>
    <p:sldId id="325" r:id="rId10"/>
    <p:sldId id="326" r:id="rId11"/>
    <p:sldId id="327" r:id="rId12"/>
    <p:sldId id="328" r:id="rId13"/>
    <p:sldId id="329" r:id="rId14"/>
    <p:sldId id="342" r:id="rId15"/>
    <p:sldId id="330" r:id="rId16"/>
    <p:sldId id="331" r:id="rId17"/>
    <p:sldId id="332" r:id="rId18"/>
    <p:sldId id="343" r:id="rId19"/>
    <p:sldId id="333" r:id="rId20"/>
    <p:sldId id="260" r:id="rId21"/>
    <p:sldId id="334" r:id="rId22"/>
    <p:sldId id="335" r:id="rId23"/>
    <p:sldId id="336" r:id="rId24"/>
    <p:sldId id="337" r:id="rId25"/>
    <p:sldId id="338" r:id="rId26"/>
    <p:sldId id="339" r:id="rId27"/>
    <p:sldId id="344" r:id="rId28"/>
    <p:sldId id="340" r:id="rId29"/>
    <p:sldId id="341" r:id="rId30"/>
  </p:sldIdLst>
  <p:sldSz cx="12192000" cy="6858000"/>
  <p:notesSz cx="6858000" cy="9144000"/>
  <p:defaultTextStyle>
    <a:defPPr>
      <a:defRPr lang="en-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7A1DC"/>
    <a:srgbClr val="F2F6F7"/>
    <a:srgbClr val="1D40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9380DF6-0E4D-4B59-8B47-FE70F76C2185}" v="2" dt="2026-10-15T01:05:47.35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3" d="100"/>
          <a:sy n="73" d="100"/>
        </p:scale>
        <p:origin x="404"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han Steev Muriel Mosquera" userId="46d9d0b6-cb7c-414a-b1f8-03c513dc0d63" providerId="ADAL" clId="{6ED17913-5584-445B-8D26-9410E43391C9}"/>
    <pc:docChg chg="custSel modSld">
      <pc:chgData name="Johan Steev Muriel Mosquera" userId="46d9d0b6-cb7c-414a-b1f8-03c513dc0d63" providerId="ADAL" clId="{6ED17913-5584-445B-8D26-9410E43391C9}" dt="2026-10-15T01:05:48.688" v="62" actId="20577"/>
      <pc:docMkLst>
        <pc:docMk/>
      </pc:docMkLst>
      <pc:sldChg chg="modSp mod">
        <pc:chgData name="Johan Steev Muriel Mosquera" userId="46d9d0b6-cb7c-414a-b1f8-03c513dc0d63" providerId="ADAL" clId="{6ED17913-5584-445B-8D26-9410E43391C9}" dt="2026-10-15T01:05:48.688" v="62" actId="20577"/>
        <pc:sldMkLst>
          <pc:docMk/>
          <pc:sldMk cId="355266920" sldId="326"/>
        </pc:sldMkLst>
        <pc:spChg chg="mod">
          <ac:chgData name="Johan Steev Muriel Mosquera" userId="46d9d0b6-cb7c-414a-b1f8-03c513dc0d63" providerId="ADAL" clId="{6ED17913-5584-445B-8D26-9410E43391C9}" dt="2026-10-15T01:05:38.804" v="57" actId="20577"/>
          <ac:spMkLst>
            <pc:docMk/>
            <pc:sldMk cId="355266920" sldId="326"/>
            <ac:spMk id="3" creationId="{00000000-0000-0000-0000-000000000000}"/>
          </ac:spMkLst>
        </pc:spChg>
        <pc:spChg chg="mod">
          <ac:chgData name="Johan Steev Muriel Mosquera" userId="46d9d0b6-cb7c-414a-b1f8-03c513dc0d63" providerId="ADAL" clId="{6ED17913-5584-445B-8D26-9410E43391C9}" dt="2026-10-15T01:05:48.688" v="62" actId="20577"/>
          <ac:spMkLst>
            <pc:docMk/>
            <pc:sldMk cId="355266920" sldId="326"/>
            <ac:spMk id="4" creationId="{00000000-0000-0000-0000-000000000000}"/>
          </ac:spMkLst>
        </pc:spChg>
      </pc:sldChg>
      <pc:sldChg chg="modSp mod">
        <pc:chgData name="Johan Steev Muriel Mosquera" userId="46d9d0b6-cb7c-414a-b1f8-03c513dc0d63" providerId="ADAL" clId="{6ED17913-5584-445B-8D26-9410E43391C9}" dt="2026-10-15T01:05:16.376" v="49" actId="21"/>
        <pc:sldMkLst>
          <pc:docMk/>
          <pc:sldMk cId="355266920" sldId="327"/>
        </pc:sldMkLst>
        <pc:spChg chg="mod">
          <ac:chgData name="Johan Steev Muriel Mosquera" userId="46d9d0b6-cb7c-414a-b1f8-03c513dc0d63" providerId="ADAL" clId="{6ED17913-5584-445B-8D26-9410E43391C9}" dt="2026-10-15T01:05:11.678" v="48" actId="21"/>
          <ac:spMkLst>
            <pc:docMk/>
            <pc:sldMk cId="355266920" sldId="327"/>
            <ac:spMk id="3" creationId="{00000000-0000-0000-0000-000000000000}"/>
          </ac:spMkLst>
        </pc:spChg>
        <pc:spChg chg="mod">
          <ac:chgData name="Johan Steev Muriel Mosquera" userId="46d9d0b6-cb7c-414a-b1f8-03c513dc0d63" providerId="ADAL" clId="{6ED17913-5584-445B-8D26-9410E43391C9}" dt="2026-10-15T01:05:16.376" v="49" actId="21"/>
          <ac:spMkLst>
            <pc:docMk/>
            <pc:sldMk cId="355266920" sldId="327"/>
            <ac:spMk id="4" creationId="{00000000-0000-0000-0000-000000000000}"/>
          </ac:spMkLst>
        </pc:spChg>
      </pc:sldChg>
      <pc:sldChg chg="modSp mod">
        <pc:chgData name="Johan Steev Muriel Mosquera" userId="46d9d0b6-cb7c-414a-b1f8-03c513dc0d63" providerId="ADAL" clId="{6ED17913-5584-445B-8D26-9410E43391C9}" dt="2026-10-15T01:05:31.380" v="54" actId="27636"/>
        <pc:sldMkLst>
          <pc:docMk/>
          <pc:sldMk cId="355266920" sldId="339"/>
        </pc:sldMkLst>
        <pc:spChg chg="mod">
          <ac:chgData name="Johan Steev Muriel Mosquera" userId="46d9d0b6-cb7c-414a-b1f8-03c513dc0d63" providerId="ADAL" clId="{6ED17913-5584-445B-8D26-9410E43391C9}" dt="2026-10-15T01:05:31.380" v="54" actId="27636"/>
          <ac:spMkLst>
            <pc:docMk/>
            <pc:sldMk cId="355266920" sldId="339"/>
            <ac:spMk id="2" creationId="{773AF289-A52A-C633-12F2-24C0B11D6253}"/>
          </ac:spMkLst>
        </pc:spChg>
      </pc:sldChg>
      <pc:sldChg chg="modSp mod">
        <pc:chgData name="Johan Steev Muriel Mosquera" userId="46d9d0b6-cb7c-414a-b1f8-03c513dc0d63" providerId="ADAL" clId="{6ED17913-5584-445B-8D26-9410E43391C9}" dt="2026-10-15T01:05:31.406" v="55" actId="27636"/>
        <pc:sldMkLst>
          <pc:docMk/>
          <pc:sldMk cId="697999751" sldId="344"/>
        </pc:sldMkLst>
        <pc:spChg chg="mod">
          <ac:chgData name="Johan Steev Muriel Mosquera" userId="46d9d0b6-cb7c-414a-b1f8-03c513dc0d63" providerId="ADAL" clId="{6ED17913-5584-445B-8D26-9410E43391C9}" dt="2026-10-15T01:05:31.406" v="55" actId="27636"/>
          <ac:spMkLst>
            <pc:docMk/>
            <pc:sldMk cId="697999751" sldId="344"/>
            <ac:spMk id="3" creationId="{AAE81B89-0F34-6A24-80AE-7A07D7447ED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00339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Damos la bienvenida a la clase de integración de fuentes en Google Colab. Trabajaremos con una institución ficticia y datos expresamente sintéticos, sin inferir resultados reales. Pregunte quién ha combinado dos archivos y qué comprobó al terminar. La sesión se concentrará tanto en integrar como en comprobar el resultado, y comenzaremos por el recorrido.</a:t>
            </a:r>
          </a:p>
          <a:p>
            <a:endParaRPr/>
          </a:p>
          <a:p>
            <a:r>
              <a:t>[Sources]</a:t>
            </a:r>
          </a:p>
          <a:p>
            <a:r>
              <a:t>https://pandas.pydata.org/docs/user_guide/merging.html</a:t>
            </a:r>
          </a:p>
          <a:p>
            <a:r>
              <a:t>Contenido y cifras sintéticas: enunciado de Clase 10 proporcionado por el docente.</a:t>
            </a:r>
          </a:p>
          <a:p>
            <a:r>
              <a:t>[/Sources]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objetivo combina la mecánica de pandas con la interpretación del resultado. Los ocho bloques suman 160 minutos y los quizzes forman parte de esos tiempos. Invite al grupo a anticipar qué control le parece más difícil de realizar. A continuación conectaremos con las matrículas preparadas, sin exigir haber completado la clase anterior.</a:t>
            </a:r>
          </a:p>
          <a:p>
            <a:endParaRPr/>
          </a:p>
          <a:p>
            <a:r>
              <a:t>[Sources]</a:t>
            </a:r>
          </a:p>
          <a:p>
            <a:r>
              <a:t>https://pandas.pydata.org/docs/user_guide/merging.html</a:t>
            </a:r>
          </a:p>
          <a:p>
            <a:r>
              <a:t>Contenido y cifras sintéticas: enunciado de Clase 10 proporcionado por el docente.</a:t>
            </a:r>
          </a:p>
          <a:p>
            <a:r>
              <a:t>[/Sources]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Las 119 matrículas son el universo sintético indicado para esta clase. El municipio y el área de formación requieren fuentes adicionales, por lo que no debemos deducirlos del nombre del estudiante o del programa. La sesión es independiente y el docente debe facilitar todos los archivos del paquete de Clase 10 antes del laboratorio. Pregunte qué significa una fila de matrícula y pasemos a distinguir las unidades de registro.</a:t>
            </a:r>
          </a:p>
          <a:p>
            <a:endParaRPr/>
          </a:p>
          <a:p>
            <a:r>
              <a:t>[Sources]</a:t>
            </a:r>
          </a:p>
          <a:p>
            <a:r>
              <a:t>https://pandas.pydata.org/docs/user_guide/merging.html</a:t>
            </a:r>
          </a:p>
          <a:p>
            <a:r>
              <a:t>Contenido y cifras sintéticas: enunciado de Clase 10 proporcionado por el docente.</a:t>
            </a:r>
          </a:p>
          <a:p>
            <a:r>
              <a:t>[/Sources]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unidad de registro establece qué podemos contar después del cruce. Un estudiante puede aparecer en varias matrículas sin que eso sea un duplicado de matrícula. El maestro debe representar una sola versión válida por llave según el contrato del ejercicio. Pregunte si repetir id_estudiante en matrículas es necesariamente un error y conecte la respuesta con la concatenación.</a:t>
            </a:r>
          </a:p>
          <a:p>
            <a:endParaRPr/>
          </a:p>
          <a:p>
            <a:r>
              <a:t>[Sources]</a:t>
            </a:r>
          </a:p>
          <a:p>
            <a:r>
              <a:t>https://pandas.pydata.org/docs/user_guide/merging.html</a:t>
            </a:r>
          </a:p>
          <a:p>
            <a:r>
              <a:t>Contenido y cifras sintéticas: enunciado de Clase 10 proporcionado por el docente.</a:t>
            </a:r>
          </a:p>
          <a:p>
            <a:r>
              <a:t>[/Sources]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Lea las dos entradas y siga L3 hasta la última fila de la salida. E1 aparece en periodos diferentes y sus dos matrículas deben permanecer. ignore_index solo crea un nuevo índice y no modifica la identidad de las filas. Pregunte qué comprobarían antes de apilar archivos y avance al contraste con axis=1.</a:t>
            </a:r>
          </a:p>
          <a:p>
            <a:endParaRPr/>
          </a:p>
          <a:p>
            <a:r>
              <a:t>[Sources]</a:t>
            </a:r>
          </a:p>
          <a:p>
            <a:r>
              <a:t>https://pandas.pydata.org/docs/reference/api/pandas.concat.html</a:t>
            </a:r>
          </a:p>
          <a:p>
            <a:r>
              <a:t>Contenido y cifras sintéticas: enunciado de Clase 10 proporcionado por el docente.</a:t>
            </a:r>
          </a:p>
          <a:p>
            <a:r>
              <a:t>[/Sources]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Siga primero el índice cero y lea las dos columnas de identificador en la salida. Pandas alinea por las etiquetas del índice, aunque las personas sean diferentes. El tamaño de las tablas no aporta evidencia de correspondencia. Pregunte qué cambiaría si el índice representara una llave única comprobada y presente el primer quiz.</a:t>
            </a:r>
          </a:p>
          <a:p>
            <a:endParaRPr/>
          </a:p>
          <a:p>
            <a:r>
              <a:t>[Sources]</a:t>
            </a:r>
          </a:p>
          <a:p>
            <a:r>
              <a:t>https://pandas.pydata.org/docs/reference/api/pandas.concat.html</a:t>
            </a:r>
          </a:p>
          <a:p>
            <a:r>
              <a:t>Contenido y cifras sintéticas: enunciado de Clase 10 proporcionado por el docente.</a:t>
            </a:r>
          </a:p>
          <a:p>
            <a:r>
              <a:t>[/Sources]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Pida una letra por voz o chat y una explicación antes de mostrar la respuesta. C es correcta porque exige comprobar la identidad usada para alinear. A falla porque axis=1 usa el índice, y B falla porque reiniciar posiciones no reordena personas. D falla porque una columna arbitraria no representa identidad. Evite evaluar rapidez o aritmética y pase a la salida correcta.</a:t>
            </a:r>
          </a:p>
          <a:p>
            <a:endParaRPr/>
          </a:p>
          <a:p>
            <a:r>
              <a:t>[Sources]</a:t>
            </a:r>
          </a:p>
          <a:p>
            <a:r>
              <a:t>https://pandas.pydata.org/docs/reference/api/pandas.concat.html</a:t>
            </a:r>
          </a:p>
          <a:p>
            <a:r>
              <a:t>Contenido y cifras sintéticas: enunciado de Clase 10 proporcionado por el docente.</a:t>
            </a:r>
          </a:p>
          <a:p>
            <a:r>
              <a:t>[/Sources]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 obliga a comprobar el vínculo entre persona y registro antes de combinar columnas. A confunde el índice con la llave, B vuelve a numerar sin corregir el orden y D usa un criterio ajeno a la identidad. Recorra E1 y E2 en la tabla para mostrar que Correo y SMS regresan a sus personas. Pregunte qué control de unicidad harían antes de indexar las tablas. Pasaremos ahora a las características de una llave.</a:t>
            </a:r>
          </a:p>
          <a:p>
            <a:endParaRPr/>
          </a:p>
          <a:p>
            <a:r>
              <a:t>[Sources]</a:t>
            </a:r>
          </a:p>
          <a:p>
            <a:r>
              <a:t>https://pandas.pydata.org/docs/reference/api/pandas.concat.html</a:t>
            </a:r>
          </a:p>
          <a:p>
            <a:r>
              <a:t>Contenido y cifras sintéticas: enunciado de Clase 10 proporcionado por el docente.</a:t>
            </a:r>
          </a:p>
          <a:p>
            <a:r>
              <a:t>[/Sources]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normalización corrige diferencias de representación sin inventar equivalencias. Si los ceros iniciales tienen significado, convertir el identificador a número puede perderlo. En la fuente semestral, la pareja estudiante y periodo identifica el estado, mientras estudiante solo no basta. Pregunte qué sucedería al cruzar dos semestres usando una sola columna y aclare que esta fuente no forma parte del laboratorio. A continuación fijaremos las entradas de los diagramas.</a:t>
            </a:r>
          </a:p>
          <a:p>
            <a:endParaRPr/>
          </a:p>
          <a:p>
            <a:r>
              <a:t>[Sources]</a:t>
            </a:r>
          </a:p>
          <a:p>
            <a:r>
              <a:t>https://pandas.pydata.org/docs/reference/api/pandas.merge.html</a:t>
            </a:r>
          </a:p>
          <a:p>
            <a:r>
              <a:t>Contenido y cifras sintéticas: enunciado de Clase 10 proporcionado por el docente.</a:t>
            </a:r>
          </a:p>
          <a:p>
            <a:r>
              <a:t>[/Sources]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Estas entradas permanecen iguales en los siguientes diagramas. Identifique a E3 como una matrícula sin pareja en estudiantes y a E4 como un registro del maestro sin matrícula. La derecha tiene una fila por estudiante, por lo que no multiplicará las matrículas emparejadas. Pregunte qué filas esperarían conservar si la pregunta se refiere a todas las matrículas y continúe con left e inner.</a:t>
            </a:r>
          </a:p>
          <a:p>
            <a:endParaRPr/>
          </a:p>
          <a:p>
            <a:r>
              <a:t>[Sources]</a:t>
            </a:r>
          </a:p>
          <a:p>
            <a:r>
              <a:t>https://pandas.pydata.org/docs/reference/api/pandas.merge.html</a:t>
            </a:r>
          </a:p>
          <a:p>
            <a:r>
              <a:t>Contenido y cifras sintéticas: enunciado de Clase 10 proporcionado por el docente.</a:t>
            </a:r>
          </a:p>
          <a:p>
            <a:r>
              <a:t>[/Sources]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Left conserva L3 aunque no encuentre un estudiante, mientras inner elimina esa matrícula de la salida. Desconocido es una etiqueta didáctica para un valor faltante y no un municipio real. Ningún tipo de unión es correcto para todas las preguntas. Pregunte cómo cambiaría el denominador con inner y continúe con las uniones que conservan la derecha.</a:t>
            </a:r>
          </a:p>
          <a:p>
            <a:endParaRPr/>
          </a:p>
          <a:p>
            <a:r>
              <a:t>[Sources]</a:t>
            </a:r>
          </a:p>
          <a:p>
            <a:r>
              <a:t>https://pandas.pydata.org/docs/reference/api/pandas.merge.html</a:t>
            </a:r>
          </a:p>
          <a:p>
            <a:r>
              <a:t>Contenido y cifras sintéticas: enunciado de Clase 10 proporcionado por el docente.</a:t>
            </a:r>
          </a:p>
          <a:p>
            <a:r>
              <a:t>[/Sources]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Right incorpora E4 porque conserva las llaves del maestro, aunque no exista matrícula asociada. Outer agrega además L3 con municipio faltante. Una fila de la salida no equivale automáticamente a una matrícula cuando el universo mezcla ambas fuentes. Pregunte qué unión ayudaría a auditar catálogos sin uso y pase al quiz sobre conservar el universo.</a:t>
            </a:r>
          </a:p>
          <a:p>
            <a:endParaRPr/>
          </a:p>
          <a:p>
            <a:r>
              <a:t>[Sources]</a:t>
            </a:r>
          </a:p>
          <a:p>
            <a:r>
              <a:t>https://pandas.pydata.org/docs/reference/api/pandas.merge.html</a:t>
            </a:r>
          </a:p>
          <a:p>
            <a:r>
              <a:t>Contenido y cifras sintéticas: enunciado de Clase 10 proporcionado por el docente.</a:t>
            </a:r>
          </a:p>
          <a:p>
            <a:r>
              <a:t>[/Sources]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Solicite la letra y pida justificar explícitamente cuál fuente está a la izquierda. B es correcta porque las matrículas determinan el universo que queremos conservar. A excluye matrículas sin pareja y C conserva el maestro, no necesariamente todas las matrículas. D apila filas y no incorpora atributos por correspondencia. Tras escuchar dos argumentos, presente la explicación y la advertencia de cardinalidad.</a:t>
            </a:r>
          </a:p>
          <a:p>
            <a:endParaRPr/>
          </a:p>
          <a:p>
            <a:r>
              <a:t>[Sources]</a:t>
            </a:r>
          </a:p>
          <a:p>
            <a:r>
              <a:t>https://pandas.pydata.org/docs/reference/api/pandas.merge.html</a:t>
            </a:r>
          </a:p>
          <a:p>
            <a:r>
              <a:t>Contenido y cifras sintéticas: enunciado de Clase 10 proporcionado por el docente.</a:t>
            </a:r>
          </a:p>
          <a:p>
            <a:r>
              <a:t>[/Sources]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 es apropiada para enriquecer el universo de matrículas sin excluir pendientes. A reduciría ese universo, C lo anclaría en estudiantes y D no realizaría el cruce por llave. Una llave repetida en el maestro puede generar varias coincidencias para una matrícula aun con left. Pregunte por qué conservar filas no equivale a conservar su cantidad. La siguiente sección muestra las relaciones posibles.</a:t>
            </a:r>
          </a:p>
          <a:p>
            <a:endParaRPr/>
          </a:p>
          <a:p>
            <a:r>
              <a:t>[Sources]</a:t>
            </a:r>
          </a:p>
          <a:p>
            <a:r>
              <a:t>https://pandas.pydata.org/docs/reference/api/pandas.merge.html</a:t>
            </a:r>
          </a:p>
          <a:p>
            <a:r>
              <a:t>Contenido y cifras sintéticas: enunciado de Clase 10 proporcionado por el docente.</a:t>
            </a:r>
          </a:p>
          <a:p>
            <a:r>
              <a:t>[/Sources]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Lea las identificaciones como filas y no solo como nombres de relaciones. En muchos a uno, dos matrículas distintas reciben el atributo de la misma fila del maestro. En muchos a muchos, cada coincidencia combina una fila de cada fuente y cambia la cantidad de resultados. Una relación uno a muchos puede ser válida con otra unidad prevista, pero el contrato de este laboratorio la excluye. Pregunte qué relación esperan y pase al ejemplo monetario.</a:t>
            </a:r>
          </a:p>
          <a:p>
            <a:endParaRPr/>
          </a:p>
          <a:p>
            <a:r>
              <a:t>[Sources]</a:t>
            </a:r>
          </a:p>
          <a:p>
            <a:r>
              <a:t>https://pandas.pydata.org/docs/reference/api/pandas.merge.html</a:t>
            </a:r>
          </a:p>
          <a:p>
            <a:r>
              <a:t>Contenido y cifras sintéticas: enunciado de Clase 10 proporcionado por el docente.</a:t>
            </a:r>
          </a:p>
          <a:p>
            <a:r>
              <a:t>[/Sources]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izquierda contiene dos matrículas que suman 300 COP y la derecha ofrece dos versiones para E1. Cada matrícula encuentra dos coincidencias y aparece dos veces, por eso la suma llega a 600 COP. El resultado describe combinaciones de filas, no crecimiento institucional. No elimine matrículas duplicadas después del cruce ni elija un municipio arbitrario, porque ocultaría el conflicto. Pregunte dónde debe corregirse el problema y presente el quiz.</a:t>
            </a:r>
          </a:p>
          <a:p>
            <a:endParaRPr/>
          </a:p>
          <a:p>
            <a:r>
              <a:t>[Sources]</a:t>
            </a:r>
          </a:p>
          <a:p>
            <a:r>
              <a:t>https://pandas.pydata.org/docs/reference/api/pandas.merge.html</a:t>
            </a:r>
          </a:p>
          <a:p>
            <a:r>
              <a:t>Contenido y cifras sintéticas: enunciado de Clase 10 proporcionado por el docente.</a:t>
            </a:r>
          </a:p>
          <a:p>
            <a:r>
              <a:t>[/Sources]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Pida una respuesta razonada por voz o chat, sin solicitar cálculos. B es correcta porque investiga la causa estructural de la multiplicación. A atribuye crecimiento sin evidencia, C aplica una corrección arbitraria y D confunde ejecución exitosa con calidad. El síntoma orienta la revisión, pero no autoriza asumir que todos los registros se duplicaron del mismo modo. Pase a la explicación de las combinaciones.</a:t>
            </a:r>
          </a:p>
          <a:p>
            <a:endParaRPr/>
          </a:p>
          <a:p>
            <a:r>
              <a:t>[Sources]</a:t>
            </a:r>
          </a:p>
          <a:p>
            <a:r>
              <a:t>https://pandas.pydata.org/docs/reference/api/pandas.merge.html</a:t>
            </a:r>
          </a:p>
          <a:p>
            <a:r>
              <a:t>Contenido y cifras sintéticas: enunciado de Clase 10 proporcionado por el docente.</a:t>
            </a:r>
          </a:p>
          <a:p>
            <a:r>
              <a:t>[/Sources]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 dirige la revisión hacia la repetición de llaves y el contrato esperado. A no tiene respaldo causal, C puede distorsionar registros que no se duplicaron y D ignora un error de interpretación. La multiplicación ocurre porque ambos lados repiten E1, aunque el diseño esperaba una llave única en el maestro. Pregunte qué control impediría el cruce antes de que altere los indicadores. Seguiremos con los controles previos.</a:t>
            </a:r>
          </a:p>
          <a:p>
            <a:endParaRPr/>
          </a:p>
          <a:p>
            <a:r>
              <a:t>[Sources]</a:t>
            </a:r>
          </a:p>
          <a:p>
            <a:r>
              <a:t>https://pandas.pydata.org/docs/reference/api/pandas.merge.html</a:t>
            </a:r>
          </a:p>
          <a:p>
            <a:r>
              <a:t>Contenido y cifras sintéticas: enunciado de Clase 10 proporcionado por el docente.</a:t>
            </a:r>
          </a:p>
          <a:p>
            <a:r>
              <a:t>[/Sources]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Defina primero el contrato de cada fuente y conserve una referencia antes de modificar datos. Una copia exacta y dos versiones contradictorias requieren decisiones diferentes. Pandas puede emparejar valores nulos entre fuentes, por lo que una llave vacía del maestro debe quedar fuera del cruce. Convertir todas las vacías a una etiqueta común crearía correspondencias artificiales. Invite a guardar sus avances y anuncie el descanso.</a:t>
            </a:r>
          </a:p>
          <a:p>
            <a:endParaRPr/>
          </a:p>
          <a:p>
            <a:r>
              <a:t>[Sources]</a:t>
            </a:r>
          </a:p>
          <a:p>
            <a:r>
              <a:t>https://pandas.pydata.org/docs/reference/api/pandas.merge.html</a:t>
            </a:r>
          </a:p>
          <a:p>
            <a:r>
              <a:t>Contenido y cifras sintéticas: enunciado de Clase 10 proporcionado por el docente.</a:t>
            </a:r>
          </a:p>
          <a:p>
            <a:r>
              <a:t>[/Sources]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Anuncie una pausa de 20 minutos e indique la hora local exacta de regreso al iniciar el descanso. Pida guardar el cuaderno y comprobar que los archivos de Clase 10 estén en Drive. Al regresar, solicite una confirmación por chat de que Colab está abierto. Evite usar la pausa para avanzar soluciones del laboratorio y retome con el contrato de merge.</a:t>
            </a:r>
          </a:p>
          <a:p>
            <a:endParaRPr/>
          </a:p>
          <a:p>
            <a:r>
              <a:t>[Sources]</a:t>
            </a:r>
          </a:p>
          <a:p>
            <a:r>
              <a:t>https://pandas.pydata.org/docs/user_guide/merging.html</a:t>
            </a:r>
          </a:p>
          <a:p>
            <a:r>
              <a:t>Contenido y cifras sintéticas: enunciado de Clase 10 proporcionado por el docente.</a:t>
            </a:r>
          </a:p>
          <a:p>
            <a:r>
              <a:t>[/Sources]</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Ejecute este código solo con las minitablas de demostración y explique cada argumento antes de correrlo. validate many_to_one exige unicidad de las llaves de la derecha, pero no comprueba que elegimos la llave semánticamente correcta. indicator permite distinguir coincidencias de matrículas pendientes en la salida. Si aparece MergeError, revise la fuente y no quite la validación para forzar el resultado. Pregunte qué control falta para medir cobertura y continúe con el indicador.</a:t>
            </a:r>
          </a:p>
          <a:p>
            <a:endParaRPr/>
          </a:p>
          <a:p>
            <a:r>
              <a:t>[Sources]</a:t>
            </a:r>
          </a:p>
          <a:p>
            <a:r>
              <a:t>https://pandas.pydata.org/docs/reference/api/pandas.merge.html</a:t>
            </a:r>
          </a:p>
          <a:p>
            <a:r>
              <a:t>Contenido y cifras sintéticas: enunciado de Clase 10 proporcionado por el docente.</a:t>
            </a:r>
          </a:p>
          <a:p>
            <a:r>
              <a:t>[/Sources]</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Una fila puede tener both y municipio vacío si el maestro contiene esa llave pero no el atributo. Por eso la cobertura debe calcularse con el indicador, no contando municipios no nulos. Un left no produce right_only porque no incorpora registros exclusivos de la derecha. Para detectar catálogos sin uso, audite por separado con outer sobre conjuntos de llaves distintas. Pregunte cómo distinguir ausencia de registro y ausencia de atributo antes de pasar a Colab.</a:t>
            </a:r>
          </a:p>
          <a:p>
            <a:endParaRPr/>
          </a:p>
          <a:p>
            <a:r>
              <a:t>[Sources]</a:t>
            </a:r>
          </a:p>
          <a:p>
            <a:r>
              <a:t>https://pandas.pydata.org/docs/reference/api/pandas.merge.html</a:t>
            </a:r>
          </a:p>
          <a:p>
            <a:r>
              <a:t>Contenido y cifras sintéticas: enunciado de Clase 10 proporcionado por el docente.</a:t>
            </a:r>
          </a:p>
          <a:p>
            <a:r>
              <a:t>[/Sources]</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Empiece por montar Drive y solicite autorización únicamente con la cuenta del participante. Pida localizar los archivos del paquete y cargar cada fuente con los nombres y formatos que entregue el docente. En los ejercicios 1 a 3, cada persona debe registrar vacíos, copias exactas y todas las versiones contradictorias sin escoger una ganadora. No proporcione aquí la solución de integración del laboratorio, que es independiente. Confirme por chat quién logró cargar las fuentes y pase a la práctica.</a:t>
            </a:r>
          </a:p>
          <a:p>
            <a:endParaRPr/>
          </a:p>
          <a:p>
            <a:r>
              <a:t>[Sources]</a:t>
            </a:r>
          </a:p>
          <a:p>
            <a:r>
              <a:t>https://pandas.pydata.org/docs/user_guide/merging.html</a:t>
            </a:r>
          </a:p>
          <a:p>
            <a:r>
              <a:t>Contenido y cifras sintéticas: enunciado de Clase 10 proporcionado por el docente.</a:t>
            </a:r>
          </a:p>
          <a:p>
            <a:r>
              <a:t>[/Sources]</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Durante 40 minutos, el grupo trabaja de forma independiente en el paquete sintético de Clase 10. Pida registrar la decisión tomada ante cada tipo de problema y guardar aparte los pendientes para solicitar información a la fuente. El ejercicio horizontal debe justificar la identidad usada para alinear, no solo producir una tabla. Al terminar, cada participante exporta la base y los pendientes y prepara sus controles por periodo. Recorra dudas por voz o chat sin reproducir soluciones y conecte la práctica con los controles posteriores.</a:t>
            </a:r>
          </a:p>
          <a:p>
            <a:endParaRPr/>
          </a:p>
          <a:p>
            <a:r>
              <a:t>[Sources]</a:t>
            </a:r>
          </a:p>
          <a:p>
            <a:r>
              <a:t>https://pandas.pydata.org/docs/user_guide/merging.html</a:t>
            </a:r>
          </a:p>
          <a:p>
            <a:r>
              <a:t>Contenido y cifras sintéticas: enunciado de Clase 10 proporcionado por el docente.</a:t>
            </a:r>
          </a:p>
          <a:p>
            <a:r>
              <a:t>[/Sources]</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Los controles por periodo permiten ubicar diferencias que un total global podría ocultar. Cuente los netos disponibles además de sumarlos, porque los faltantes afectan la interpretación. Compare cada valor por id_matricula y calcule cobertura usando matrículas como denominador, no estudiantes únicos. Revise algunas correspondencias con las fuentes y recuerde que una muestra no prueba toda la calidad. Pregunte qué evidencia aporta cada control y presente el último quiz.</a:t>
            </a:r>
          </a:p>
          <a:p>
            <a:endParaRPr/>
          </a:p>
          <a:p>
            <a:r>
              <a:t>[Sources]</a:t>
            </a:r>
          </a:p>
          <a:p>
            <a:r>
              <a:t>https://pandas.pydata.org/docs/user_guide/merging.html</a:t>
            </a:r>
          </a:p>
          <a:p>
            <a:r>
              <a:t>Contenido y cifras sintéticas: enunciado de Clase 10 proporcionado por el docente.</a:t>
            </a:r>
          </a:p>
          <a:p>
            <a:r>
              <a:t>[/Sources]</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Solicite una letra y una justificación por voz o chat antes de revelar la respuesta. C es correcta porque el conteo solo aporta una parte de la evidencia. A exagera lo que demuestra la cantidad, B confunde conservación con cobertura y D elimina un control necesario. Una llave errónea puede mantener 119 filas y producir atributos incorrectos. Pase a la explicación sin convertir la discusión en una prueba aritmética.</a:t>
            </a:r>
          </a:p>
          <a:p>
            <a:endParaRPr/>
          </a:p>
          <a:p>
            <a:r>
              <a:t>[Sources]</a:t>
            </a:r>
          </a:p>
          <a:p>
            <a:r>
              <a:t>https://pandas.pydata.org/docs/reference/api/pandas.merge.html</a:t>
            </a:r>
          </a:p>
          <a:p>
            <a:r>
              <a:t>Contenido y cifras sintéticas: enunciado de Clase 10 proporcionado por el docente.</a:t>
            </a:r>
          </a:p>
          <a:p>
            <a:r>
              <a:t>[/Sources]</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 reconoce que conteos, cobertura y valores responden preguntas diferentes. A confunde una condición parcial con calidad completa, B equipara tamaño con emparejamiento y D descarta la validación sin motivo. Si dos cambios individuales se compensan, la suma puede permanecer igual mientras las matrículas muestran netos alterados. Pida un ejemplo verbal de un error invisible para el conteo. A continuación comparemos la práctica con los resultados de referencia proporcionados.</a:t>
            </a:r>
          </a:p>
          <a:p>
            <a:endParaRPr/>
          </a:p>
          <a:p>
            <a:r>
              <a:t>[Sources]</a:t>
            </a:r>
          </a:p>
          <a:p>
            <a:r>
              <a:t>https://pandas.pydata.org/docs/user_guide/merging.html</a:t>
            </a:r>
          </a:p>
          <a:p>
            <a:r>
              <a:t>Contenido y cifras sintéticas: enunciado de Clase 10 proporcionado por el docente.</a:t>
            </a:r>
          </a:p>
          <a:p>
            <a:r>
              <a:t>[/Sources]</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Estas cifras son los resultados de referencia del enunciado y no una verificación independiente de archivos de datos, que no acompañaron la plantilla. Las coberturas usan 119 matrículas como denominador: 113 dividido por 119 y 117 dividido por 119, redondeadas a dos decimales. Las dos versiones contradictorias de E003 quedan apartadas y no se elige una arbitrariamente. Distinga las ausencias E059 y E060, los programas sin pareja y Diseño sin uso, porque requieren revisiones distintas. Compare los netos por periodo y cierre pidiendo una limitación del análisis municipal.</a:t>
            </a:r>
          </a:p>
          <a:p>
            <a:endParaRPr/>
          </a:p>
          <a:p>
            <a:r>
              <a:t>[Sources]</a:t>
            </a:r>
          </a:p>
          <a:p>
            <a:r>
              <a:t>https://pandas.pydata.org/docs/user_guide/merging.html</a:t>
            </a:r>
          </a:p>
          <a:p>
            <a:r>
              <a:t>Contenido y cifras sintéticas: enunciado de Clase 10 proporcionado por el docente.</a:t>
            </a:r>
          </a:p>
          <a:p>
            <a:r>
              <a:t>[/Sources]</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Dedique los 10 minutos finales a escuchar decisiones y límites del resultado, no solo a revisar código. Pida que cada intervención mencione el universo conservado, un pendiente y una limitación municipal. Evite interpretar municipios faltantes como una categoría real o atribuir diferencias a causas que los datos no demuestran. Cierre recordando que un tablero hereda los errores de integración y anuncie el paso a visualización.</a:t>
            </a:r>
          </a:p>
          <a:p>
            <a:endParaRPr/>
          </a:p>
          <a:p>
            <a:r>
              <a:t>[Sources]</a:t>
            </a:r>
          </a:p>
          <a:p>
            <a:r>
              <a:t>https://pandas.pydata.org/docs/user_guide/merging.html</a:t>
            </a:r>
          </a:p>
          <a:p>
            <a:r>
              <a:t>Contenido y cifras sintéticas: enunciado de Clase 10 proporcionado por el docente.</a:t>
            </a:r>
          </a:p>
          <a:p>
            <a:r>
              <a:t>[/Sources]</a:t>
            </a:r>
          </a:p>
          <a:p>
            <a:r>
              <a:t>https://pandas.pydata.org/docs/reference/api/pandas.merge.html</a:t>
            </a:r>
          </a:p>
          <a:p>
            <a:r>
              <a:t>https://pandas.pydata.org/docs/reference/api/pandas.concat.html</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609E721-6359-3082-92BC-F8C8B01479B0}"/>
              </a:ext>
            </a:extLst>
          </p:cNvPr>
          <p:cNvSpPr/>
          <p:nvPr userDrawn="1"/>
        </p:nvSpPr>
        <p:spPr>
          <a:xfrm>
            <a:off x="0" y="0"/>
            <a:ext cx="12192000" cy="6858000"/>
          </a:xfrm>
          <a:prstGeom prst="rect">
            <a:avLst/>
          </a:prstGeom>
          <a:solidFill>
            <a:srgbClr val="262E6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O"/>
          </a:p>
        </p:txBody>
      </p:sp>
      <p:sp>
        <p:nvSpPr>
          <p:cNvPr id="2" name="Title 1">
            <a:extLst>
              <a:ext uri="{FF2B5EF4-FFF2-40B4-BE49-F238E27FC236}">
                <a16:creationId xmlns:a16="http://schemas.microsoft.com/office/drawing/2014/main" id="{EA7E30AA-9E4F-768F-3920-C478F956528B}"/>
              </a:ext>
            </a:extLst>
          </p:cNvPr>
          <p:cNvSpPr>
            <a:spLocks noGrp="1"/>
          </p:cNvSpPr>
          <p:nvPr>
            <p:ph type="ctrTitle"/>
          </p:nvPr>
        </p:nvSpPr>
        <p:spPr>
          <a:xfrm>
            <a:off x="1524000" y="1122363"/>
            <a:ext cx="7522029" cy="2387600"/>
          </a:xfrm>
        </p:spPr>
        <p:txBody>
          <a:bodyPr anchor="b"/>
          <a:lstStyle>
            <a:lvl1pPr algn="l">
              <a:defRPr sz="6000">
                <a:solidFill>
                  <a:schemeClr val="bg1"/>
                </a:solidFill>
              </a:defRPr>
            </a:lvl1pPr>
          </a:lstStyle>
          <a:p>
            <a:r>
              <a:rPr lang="en-US" dirty="0"/>
              <a:t>Click to edit Master title style</a:t>
            </a:r>
            <a:endParaRPr lang="en-CO" dirty="0"/>
          </a:p>
        </p:txBody>
      </p:sp>
      <p:sp>
        <p:nvSpPr>
          <p:cNvPr id="3" name="Subtitle 2">
            <a:extLst>
              <a:ext uri="{FF2B5EF4-FFF2-40B4-BE49-F238E27FC236}">
                <a16:creationId xmlns:a16="http://schemas.microsoft.com/office/drawing/2014/main" id="{CC7CA682-0226-B0F4-6829-3B8877EBBB2D}"/>
              </a:ext>
            </a:extLst>
          </p:cNvPr>
          <p:cNvSpPr>
            <a:spLocks noGrp="1"/>
          </p:cNvSpPr>
          <p:nvPr>
            <p:ph type="subTitle" idx="1"/>
          </p:nvPr>
        </p:nvSpPr>
        <p:spPr>
          <a:xfrm>
            <a:off x="1524000" y="3602038"/>
            <a:ext cx="7522029" cy="1655762"/>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CO" dirty="0"/>
          </a:p>
        </p:txBody>
      </p:sp>
      <p:sp>
        <p:nvSpPr>
          <p:cNvPr id="4" name="Date Placeholder 3">
            <a:extLst>
              <a:ext uri="{FF2B5EF4-FFF2-40B4-BE49-F238E27FC236}">
                <a16:creationId xmlns:a16="http://schemas.microsoft.com/office/drawing/2014/main" id="{DB7EAB8F-5CF2-3426-C906-5B9E2ABD860D}"/>
              </a:ext>
            </a:extLst>
          </p:cNvPr>
          <p:cNvSpPr>
            <a:spLocks noGrp="1"/>
          </p:cNvSpPr>
          <p:nvPr>
            <p:ph type="dt" sz="half" idx="10"/>
          </p:nvPr>
        </p:nvSpPr>
        <p:spPr/>
        <p:txBody>
          <a:bodyPr/>
          <a:lstStyle/>
          <a:p>
            <a:fld id="{16CAA2E4-1E22-8541-958C-B957854A420C}" type="datetimeFigureOut">
              <a:rPr lang="en-CO" smtClean="0"/>
              <a:t>10/14/2026</a:t>
            </a:fld>
            <a:endParaRPr lang="en-CO"/>
          </a:p>
        </p:txBody>
      </p:sp>
      <p:sp>
        <p:nvSpPr>
          <p:cNvPr id="5" name="Footer Placeholder 4">
            <a:extLst>
              <a:ext uri="{FF2B5EF4-FFF2-40B4-BE49-F238E27FC236}">
                <a16:creationId xmlns:a16="http://schemas.microsoft.com/office/drawing/2014/main" id="{B1E73F5F-1FBE-3D68-FEB1-DFBB1ED201DD}"/>
              </a:ext>
            </a:extLst>
          </p:cNvPr>
          <p:cNvSpPr>
            <a:spLocks noGrp="1"/>
          </p:cNvSpPr>
          <p:nvPr>
            <p:ph type="ftr" sz="quarter" idx="11"/>
          </p:nvPr>
        </p:nvSpPr>
        <p:spPr/>
        <p:txBody>
          <a:bodyPr/>
          <a:lstStyle/>
          <a:p>
            <a:endParaRPr lang="en-CO"/>
          </a:p>
        </p:txBody>
      </p:sp>
      <p:sp>
        <p:nvSpPr>
          <p:cNvPr id="6" name="Slide Number Placeholder 5">
            <a:extLst>
              <a:ext uri="{FF2B5EF4-FFF2-40B4-BE49-F238E27FC236}">
                <a16:creationId xmlns:a16="http://schemas.microsoft.com/office/drawing/2014/main" id="{6B29A785-9C00-B241-DBE0-AB362464E4F7}"/>
              </a:ext>
            </a:extLst>
          </p:cNvPr>
          <p:cNvSpPr>
            <a:spLocks noGrp="1"/>
          </p:cNvSpPr>
          <p:nvPr>
            <p:ph type="sldNum" sz="quarter" idx="12"/>
          </p:nvPr>
        </p:nvSpPr>
        <p:spPr/>
        <p:txBody>
          <a:bodyPr/>
          <a:lstStyle/>
          <a:p>
            <a:fld id="{B8D7262C-C5D8-F946-8CDF-ED0F2D838F48}" type="slidenum">
              <a:rPr lang="en-CO" smtClean="0"/>
              <a:t>‹Nº›</a:t>
            </a:fld>
            <a:endParaRPr lang="en-CO"/>
          </a:p>
        </p:txBody>
      </p:sp>
      <p:pic>
        <p:nvPicPr>
          <p:cNvPr id="8" name="Google Shape;88;p1" descr="Interfaz de usuario gráfica, Aplicación&#10;&#10;El contenido generado por IA puede ser incorrecto.">
            <a:extLst>
              <a:ext uri="{FF2B5EF4-FFF2-40B4-BE49-F238E27FC236}">
                <a16:creationId xmlns:a16="http://schemas.microsoft.com/office/drawing/2014/main" id="{2C51E691-115E-8A22-DA75-F53C18F0AB4B}"/>
              </a:ext>
            </a:extLst>
          </p:cNvPr>
          <p:cNvPicPr preferRelativeResize="0"/>
          <p:nvPr userDrawn="1"/>
        </p:nvPicPr>
        <p:blipFill rotWithShape="1">
          <a:blip r:embed="rId2">
            <a:alphaModFix/>
          </a:blip>
          <a:srcRect l="75268"/>
          <a:stretch>
            <a:fillRect/>
          </a:stretch>
        </p:blipFill>
        <p:spPr>
          <a:xfrm>
            <a:off x="9176656" y="0"/>
            <a:ext cx="3015343" cy="6858000"/>
          </a:xfrm>
          <a:prstGeom prst="rect">
            <a:avLst/>
          </a:prstGeom>
          <a:noFill/>
          <a:ln>
            <a:noFill/>
          </a:ln>
        </p:spPr>
      </p:pic>
      <p:sp>
        <p:nvSpPr>
          <p:cNvPr id="9" name="Rectangle 8">
            <a:extLst>
              <a:ext uri="{FF2B5EF4-FFF2-40B4-BE49-F238E27FC236}">
                <a16:creationId xmlns:a16="http://schemas.microsoft.com/office/drawing/2014/main" id="{590E370F-05F4-27C0-ED8E-3679045645B5}"/>
              </a:ext>
            </a:extLst>
          </p:cNvPr>
          <p:cNvSpPr/>
          <p:nvPr userDrawn="1"/>
        </p:nvSpPr>
        <p:spPr>
          <a:xfrm>
            <a:off x="1186543" y="1122363"/>
            <a:ext cx="152400" cy="2306637"/>
          </a:xfrm>
          <a:prstGeom prst="rect">
            <a:avLst/>
          </a:prstGeom>
          <a:solidFill>
            <a:srgbClr val="1D40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O"/>
          </a:p>
        </p:txBody>
      </p:sp>
      <p:pic>
        <p:nvPicPr>
          <p:cNvPr id="10" name="Picture 9">
            <a:extLst>
              <a:ext uri="{FF2B5EF4-FFF2-40B4-BE49-F238E27FC236}">
                <a16:creationId xmlns:a16="http://schemas.microsoft.com/office/drawing/2014/main" id="{F110B61F-CE53-80C7-9401-16956CD00377}"/>
              </a:ext>
            </a:extLst>
          </p:cNvPr>
          <p:cNvPicPr>
            <a:picLocks noChangeAspect="1"/>
          </p:cNvPicPr>
          <p:nvPr userDrawn="1"/>
        </p:nvPicPr>
        <p:blipFill>
          <a:blip r:embed="rId3"/>
          <a:stretch>
            <a:fillRect/>
          </a:stretch>
        </p:blipFill>
        <p:spPr>
          <a:xfrm>
            <a:off x="3446647" y="5735637"/>
            <a:ext cx="5298706" cy="1160798"/>
          </a:xfrm>
          <a:prstGeom prst="rect">
            <a:avLst/>
          </a:prstGeom>
        </p:spPr>
      </p:pic>
      <p:pic>
        <p:nvPicPr>
          <p:cNvPr id="12" name="Picture 11">
            <a:extLst>
              <a:ext uri="{FF2B5EF4-FFF2-40B4-BE49-F238E27FC236}">
                <a16:creationId xmlns:a16="http://schemas.microsoft.com/office/drawing/2014/main" id="{5A43F525-11E4-99F8-1854-CB89A7F8F5F6}"/>
              </a:ext>
            </a:extLst>
          </p:cNvPr>
          <p:cNvPicPr>
            <a:picLocks noChangeAspect="1"/>
          </p:cNvPicPr>
          <p:nvPr userDrawn="1"/>
        </p:nvPicPr>
        <p:blipFill>
          <a:blip r:embed="rId4"/>
          <a:stretch>
            <a:fillRect/>
          </a:stretch>
        </p:blipFill>
        <p:spPr>
          <a:xfrm>
            <a:off x="510434" y="5905670"/>
            <a:ext cx="2517113" cy="739434"/>
          </a:xfrm>
          <a:prstGeom prst="rect">
            <a:avLst/>
          </a:prstGeom>
        </p:spPr>
      </p:pic>
    </p:spTree>
    <p:extLst>
      <p:ext uri="{BB962C8B-B14F-4D97-AF65-F5344CB8AC3E}">
        <p14:creationId xmlns:p14="http://schemas.microsoft.com/office/powerpoint/2010/main" val="40154338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29" name="Picture 28">
            <a:extLst>
              <a:ext uri="{FF2B5EF4-FFF2-40B4-BE49-F238E27FC236}">
                <a16:creationId xmlns:a16="http://schemas.microsoft.com/office/drawing/2014/main" id="{AA83B036-8686-F500-34A9-EDED3F952A74}"/>
              </a:ext>
            </a:extLst>
          </p:cNvPr>
          <p:cNvPicPr>
            <a:picLocks noChangeAspect="1"/>
          </p:cNvPicPr>
          <p:nvPr userDrawn="1"/>
        </p:nvPicPr>
        <p:blipFill>
          <a:blip r:embed="rId2"/>
          <a:stretch>
            <a:fillRect/>
          </a:stretch>
        </p:blipFill>
        <p:spPr>
          <a:xfrm>
            <a:off x="3188677" y="5739977"/>
            <a:ext cx="5103446" cy="1118023"/>
          </a:xfrm>
          <a:prstGeom prst="rect">
            <a:avLst/>
          </a:prstGeom>
        </p:spPr>
      </p:pic>
      <p:sp>
        <p:nvSpPr>
          <p:cNvPr id="2" name="Title 1">
            <a:extLst>
              <a:ext uri="{FF2B5EF4-FFF2-40B4-BE49-F238E27FC236}">
                <a16:creationId xmlns:a16="http://schemas.microsoft.com/office/drawing/2014/main" id="{1EBE85E1-7796-C08E-48B9-76947A79ACFF}"/>
              </a:ext>
            </a:extLst>
          </p:cNvPr>
          <p:cNvSpPr>
            <a:spLocks noGrp="1"/>
          </p:cNvSpPr>
          <p:nvPr>
            <p:ph type="title"/>
          </p:nvPr>
        </p:nvSpPr>
        <p:spPr/>
        <p:txBody>
          <a:bodyPr/>
          <a:lstStyle>
            <a:lvl1pPr>
              <a:defRPr b="1">
                <a:solidFill>
                  <a:srgbClr val="1D4093"/>
                </a:solidFill>
              </a:defRPr>
            </a:lvl1pPr>
          </a:lstStyle>
          <a:p>
            <a:r>
              <a:rPr lang="en-US" dirty="0"/>
              <a:t>Click to edit Master title style</a:t>
            </a:r>
            <a:endParaRPr lang="en-CO" dirty="0"/>
          </a:p>
        </p:txBody>
      </p:sp>
      <p:sp>
        <p:nvSpPr>
          <p:cNvPr id="3" name="Content Placeholder 2">
            <a:extLst>
              <a:ext uri="{FF2B5EF4-FFF2-40B4-BE49-F238E27FC236}">
                <a16:creationId xmlns:a16="http://schemas.microsoft.com/office/drawing/2014/main" id="{FA251467-4AB4-0916-3779-0D32CDC5695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O"/>
          </a:p>
        </p:txBody>
      </p:sp>
      <p:sp>
        <p:nvSpPr>
          <p:cNvPr id="4" name="Date Placeholder 3">
            <a:extLst>
              <a:ext uri="{FF2B5EF4-FFF2-40B4-BE49-F238E27FC236}">
                <a16:creationId xmlns:a16="http://schemas.microsoft.com/office/drawing/2014/main" id="{5642EE53-D13C-A5B0-4E69-F1A94C3D9520}"/>
              </a:ext>
            </a:extLst>
          </p:cNvPr>
          <p:cNvSpPr>
            <a:spLocks noGrp="1"/>
          </p:cNvSpPr>
          <p:nvPr>
            <p:ph type="dt" sz="half" idx="10"/>
          </p:nvPr>
        </p:nvSpPr>
        <p:spPr/>
        <p:txBody>
          <a:bodyPr/>
          <a:lstStyle/>
          <a:p>
            <a:fld id="{16CAA2E4-1E22-8541-958C-B957854A420C}" type="datetimeFigureOut">
              <a:rPr lang="en-CO" smtClean="0"/>
              <a:t>10/14/2026</a:t>
            </a:fld>
            <a:endParaRPr lang="en-CO"/>
          </a:p>
        </p:txBody>
      </p:sp>
      <p:sp>
        <p:nvSpPr>
          <p:cNvPr id="5" name="Footer Placeholder 4">
            <a:extLst>
              <a:ext uri="{FF2B5EF4-FFF2-40B4-BE49-F238E27FC236}">
                <a16:creationId xmlns:a16="http://schemas.microsoft.com/office/drawing/2014/main" id="{1EFA5945-5049-142A-4CF4-FA08D5075B8C}"/>
              </a:ext>
            </a:extLst>
          </p:cNvPr>
          <p:cNvSpPr>
            <a:spLocks noGrp="1"/>
          </p:cNvSpPr>
          <p:nvPr>
            <p:ph type="ftr" sz="quarter" idx="11"/>
          </p:nvPr>
        </p:nvSpPr>
        <p:spPr/>
        <p:txBody>
          <a:bodyPr/>
          <a:lstStyle/>
          <a:p>
            <a:endParaRPr lang="en-CO" dirty="0"/>
          </a:p>
        </p:txBody>
      </p:sp>
      <p:sp>
        <p:nvSpPr>
          <p:cNvPr id="6" name="Slide Number Placeholder 5">
            <a:extLst>
              <a:ext uri="{FF2B5EF4-FFF2-40B4-BE49-F238E27FC236}">
                <a16:creationId xmlns:a16="http://schemas.microsoft.com/office/drawing/2014/main" id="{EBDB0220-5CBB-589B-3366-9207032BD281}"/>
              </a:ext>
            </a:extLst>
          </p:cNvPr>
          <p:cNvSpPr>
            <a:spLocks noGrp="1"/>
          </p:cNvSpPr>
          <p:nvPr>
            <p:ph type="sldNum" sz="quarter" idx="12"/>
          </p:nvPr>
        </p:nvSpPr>
        <p:spPr/>
        <p:txBody>
          <a:bodyPr/>
          <a:lstStyle/>
          <a:p>
            <a:fld id="{B8D7262C-C5D8-F946-8CDF-ED0F2D838F48}" type="slidenum">
              <a:rPr lang="en-CO" smtClean="0"/>
              <a:t>‹Nº›</a:t>
            </a:fld>
            <a:endParaRPr lang="en-CO"/>
          </a:p>
        </p:txBody>
      </p:sp>
    </p:spTree>
    <p:extLst>
      <p:ext uri="{BB962C8B-B14F-4D97-AF65-F5344CB8AC3E}">
        <p14:creationId xmlns:p14="http://schemas.microsoft.com/office/powerpoint/2010/main" val="32318212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1C9DCCC-3EA1-F0BA-3DBF-6F02696C3D1F}"/>
              </a:ext>
            </a:extLst>
          </p:cNvPr>
          <p:cNvPicPr>
            <a:picLocks noChangeAspect="1"/>
          </p:cNvPicPr>
          <p:nvPr userDrawn="1"/>
        </p:nvPicPr>
        <p:blipFill>
          <a:blip r:embed="rId2">
            <a:alphaModFix amt="54000"/>
          </a:blip>
          <a:stretch>
            <a:fillRect/>
          </a:stretch>
        </p:blipFill>
        <p:spPr>
          <a:xfrm>
            <a:off x="0" y="-1"/>
            <a:ext cx="12192000" cy="6858001"/>
          </a:xfrm>
          <a:prstGeom prst="rect">
            <a:avLst/>
          </a:prstGeom>
        </p:spPr>
      </p:pic>
      <p:sp>
        <p:nvSpPr>
          <p:cNvPr id="2" name="Title 1">
            <a:extLst>
              <a:ext uri="{FF2B5EF4-FFF2-40B4-BE49-F238E27FC236}">
                <a16:creationId xmlns:a16="http://schemas.microsoft.com/office/drawing/2014/main" id="{1EDF2E1C-43AF-3FCA-188B-4DDCDB7B2EEB}"/>
              </a:ext>
            </a:extLst>
          </p:cNvPr>
          <p:cNvSpPr>
            <a:spLocks noGrp="1"/>
          </p:cNvSpPr>
          <p:nvPr>
            <p:ph type="title"/>
          </p:nvPr>
        </p:nvSpPr>
        <p:spPr>
          <a:xfrm>
            <a:off x="831850" y="1709738"/>
            <a:ext cx="10515600" cy="2852737"/>
          </a:xfrm>
        </p:spPr>
        <p:txBody>
          <a:bodyPr anchor="b"/>
          <a:lstStyle>
            <a:lvl1pPr>
              <a:defRPr sz="6000" b="1">
                <a:solidFill>
                  <a:srgbClr val="1D4093"/>
                </a:solidFill>
              </a:defRPr>
            </a:lvl1pPr>
          </a:lstStyle>
          <a:p>
            <a:r>
              <a:rPr lang="en-US"/>
              <a:t>Click to edit Master title style</a:t>
            </a:r>
            <a:endParaRPr lang="en-CO"/>
          </a:p>
        </p:txBody>
      </p:sp>
      <p:sp>
        <p:nvSpPr>
          <p:cNvPr id="3" name="Text Placeholder 2">
            <a:extLst>
              <a:ext uri="{FF2B5EF4-FFF2-40B4-BE49-F238E27FC236}">
                <a16:creationId xmlns:a16="http://schemas.microsoft.com/office/drawing/2014/main" id="{2FAAF397-5F69-1B9A-14A3-F5F438047103}"/>
              </a:ext>
            </a:extLst>
          </p:cNvPr>
          <p:cNvSpPr>
            <a:spLocks noGrp="1"/>
          </p:cNvSpPr>
          <p:nvPr>
            <p:ph type="body" idx="1"/>
          </p:nvPr>
        </p:nvSpPr>
        <p:spPr>
          <a:xfrm>
            <a:off x="831850" y="4589463"/>
            <a:ext cx="10515600" cy="1500187"/>
          </a:xfrm>
        </p:spPr>
        <p:txBody>
          <a:bodyPr/>
          <a:lstStyle>
            <a:lvl1pPr marL="0" indent="0">
              <a:buNone/>
              <a:defRPr sz="2400">
                <a:solidFill>
                  <a:schemeClr val="tx1">
                    <a:lumMod val="65000"/>
                    <a:lumOff val="35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1CECA7DA-0F93-A0E0-3981-E3F6F23ED895}"/>
              </a:ext>
            </a:extLst>
          </p:cNvPr>
          <p:cNvSpPr>
            <a:spLocks noGrp="1"/>
          </p:cNvSpPr>
          <p:nvPr>
            <p:ph type="dt" sz="half" idx="10"/>
          </p:nvPr>
        </p:nvSpPr>
        <p:spPr/>
        <p:txBody>
          <a:bodyPr/>
          <a:lstStyle/>
          <a:p>
            <a:fld id="{16CAA2E4-1E22-8541-958C-B957854A420C}" type="datetimeFigureOut">
              <a:rPr lang="en-CO" smtClean="0"/>
              <a:t>10/14/2026</a:t>
            </a:fld>
            <a:endParaRPr lang="en-CO"/>
          </a:p>
        </p:txBody>
      </p:sp>
      <p:sp>
        <p:nvSpPr>
          <p:cNvPr id="5" name="Footer Placeholder 4">
            <a:extLst>
              <a:ext uri="{FF2B5EF4-FFF2-40B4-BE49-F238E27FC236}">
                <a16:creationId xmlns:a16="http://schemas.microsoft.com/office/drawing/2014/main" id="{7ECBB1E7-026C-3F28-BB7F-9B6B995710B9}"/>
              </a:ext>
            </a:extLst>
          </p:cNvPr>
          <p:cNvSpPr>
            <a:spLocks noGrp="1"/>
          </p:cNvSpPr>
          <p:nvPr>
            <p:ph type="ftr" sz="quarter" idx="11"/>
          </p:nvPr>
        </p:nvSpPr>
        <p:spPr/>
        <p:txBody>
          <a:bodyPr/>
          <a:lstStyle/>
          <a:p>
            <a:endParaRPr lang="en-CO"/>
          </a:p>
        </p:txBody>
      </p:sp>
      <p:sp>
        <p:nvSpPr>
          <p:cNvPr id="6" name="Slide Number Placeholder 5">
            <a:extLst>
              <a:ext uri="{FF2B5EF4-FFF2-40B4-BE49-F238E27FC236}">
                <a16:creationId xmlns:a16="http://schemas.microsoft.com/office/drawing/2014/main" id="{D3F24B12-08DB-276A-FF9F-5E7D801A53DA}"/>
              </a:ext>
            </a:extLst>
          </p:cNvPr>
          <p:cNvSpPr>
            <a:spLocks noGrp="1"/>
          </p:cNvSpPr>
          <p:nvPr>
            <p:ph type="sldNum" sz="quarter" idx="12"/>
          </p:nvPr>
        </p:nvSpPr>
        <p:spPr/>
        <p:txBody>
          <a:bodyPr/>
          <a:lstStyle/>
          <a:p>
            <a:fld id="{B8D7262C-C5D8-F946-8CDF-ED0F2D838F48}" type="slidenum">
              <a:rPr lang="en-CO" smtClean="0"/>
              <a:t>‹Nº›</a:t>
            </a:fld>
            <a:endParaRPr lang="en-CO"/>
          </a:p>
        </p:txBody>
      </p:sp>
      <p:pic>
        <p:nvPicPr>
          <p:cNvPr id="8" name="Picture 7">
            <a:extLst>
              <a:ext uri="{FF2B5EF4-FFF2-40B4-BE49-F238E27FC236}">
                <a16:creationId xmlns:a16="http://schemas.microsoft.com/office/drawing/2014/main" id="{FEF9C278-CD56-85F6-91F1-21F9370347AD}"/>
              </a:ext>
            </a:extLst>
          </p:cNvPr>
          <p:cNvPicPr>
            <a:picLocks noChangeAspect="1"/>
          </p:cNvPicPr>
          <p:nvPr userDrawn="1"/>
        </p:nvPicPr>
        <p:blipFill>
          <a:blip r:embed="rId3"/>
          <a:stretch>
            <a:fillRect/>
          </a:stretch>
        </p:blipFill>
        <p:spPr>
          <a:xfrm>
            <a:off x="7088554" y="89060"/>
            <a:ext cx="5103446" cy="1118023"/>
          </a:xfrm>
          <a:prstGeom prst="rect">
            <a:avLst/>
          </a:prstGeom>
        </p:spPr>
      </p:pic>
    </p:spTree>
    <p:extLst>
      <p:ext uri="{BB962C8B-B14F-4D97-AF65-F5344CB8AC3E}">
        <p14:creationId xmlns:p14="http://schemas.microsoft.com/office/powerpoint/2010/main" val="37571054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F05E2-78AA-79A9-3F3A-B92AC888E510}"/>
              </a:ext>
            </a:extLst>
          </p:cNvPr>
          <p:cNvSpPr>
            <a:spLocks noGrp="1"/>
          </p:cNvSpPr>
          <p:nvPr>
            <p:ph type="title"/>
          </p:nvPr>
        </p:nvSpPr>
        <p:spPr/>
        <p:txBody>
          <a:bodyPr/>
          <a:lstStyle/>
          <a:p>
            <a:r>
              <a:rPr lang="en-US"/>
              <a:t>Click to edit Master title style</a:t>
            </a:r>
            <a:endParaRPr lang="en-CO"/>
          </a:p>
        </p:txBody>
      </p:sp>
      <p:sp>
        <p:nvSpPr>
          <p:cNvPr id="3" name="Content Placeholder 2">
            <a:extLst>
              <a:ext uri="{FF2B5EF4-FFF2-40B4-BE49-F238E27FC236}">
                <a16:creationId xmlns:a16="http://schemas.microsoft.com/office/drawing/2014/main" id="{D0A86025-F7F7-B79A-C7FA-B787E25A242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O"/>
          </a:p>
        </p:txBody>
      </p:sp>
      <p:sp>
        <p:nvSpPr>
          <p:cNvPr id="4" name="Content Placeholder 3">
            <a:extLst>
              <a:ext uri="{FF2B5EF4-FFF2-40B4-BE49-F238E27FC236}">
                <a16:creationId xmlns:a16="http://schemas.microsoft.com/office/drawing/2014/main" id="{A255A687-8062-8222-4D98-F5D1A1E0518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O"/>
          </a:p>
        </p:txBody>
      </p:sp>
      <p:sp>
        <p:nvSpPr>
          <p:cNvPr id="5" name="Date Placeholder 4">
            <a:extLst>
              <a:ext uri="{FF2B5EF4-FFF2-40B4-BE49-F238E27FC236}">
                <a16:creationId xmlns:a16="http://schemas.microsoft.com/office/drawing/2014/main" id="{3B1DFC5E-DF28-4357-6F87-7E183EF5EB92}"/>
              </a:ext>
            </a:extLst>
          </p:cNvPr>
          <p:cNvSpPr>
            <a:spLocks noGrp="1"/>
          </p:cNvSpPr>
          <p:nvPr>
            <p:ph type="dt" sz="half" idx="10"/>
          </p:nvPr>
        </p:nvSpPr>
        <p:spPr/>
        <p:txBody>
          <a:bodyPr/>
          <a:lstStyle/>
          <a:p>
            <a:fld id="{16CAA2E4-1E22-8541-958C-B957854A420C}" type="datetimeFigureOut">
              <a:rPr lang="en-CO" smtClean="0"/>
              <a:t>10/14/2026</a:t>
            </a:fld>
            <a:endParaRPr lang="en-CO"/>
          </a:p>
        </p:txBody>
      </p:sp>
      <p:sp>
        <p:nvSpPr>
          <p:cNvPr id="6" name="Footer Placeholder 5">
            <a:extLst>
              <a:ext uri="{FF2B5EF4-FFF2-40B4-BE49-F238E27FC236}">
                <a16:creationId xmlns:a16="http://schemas.microsoft.com/office/drawing/2014/main" id="{E6821632-CEC2-18A1-81DC-790DDC902ED4}"/>
              </a:ext>
            </a:extLst>
          </p:cNvPr>
          <p:cNvSpPr>
            <a:spLocks noGrp="1"/>
          </p:cNvSpPr>
          <p:nvPr>
            <p:ph type="ftr" sz="quarter" idx="11"/>
          </p:nvPr>
        </p:nvSpPr>
        <p:spPr/>
        <p:txBody>
          <a:bodyPr/>
          <a:lstStyle/>
          <a:p>
            <a:endParaRPr lang="en-CO"/>
          </a:p>
        </p:txBody>
      </p:sp>
      <p:sp>
        <p:nvSpPr>
          <p:cNvPr id="7" name="Slide Number Placeholder 6">
            <a:extLst>
              <a:ext uri="{FF2B5EF4-FFF2-40B4-BE49-F238E27FC236}">
                <a16:creationId xmlns:a16="http://schemas.microsoft.com/office/drawing/2014/main" id="{018AF475-2845-6C1D-4EDA-4D2F7C85AA93}"/>
              </a:ext>
            </a:extLst>
          </p:cNvPr>
          <p:cNvSpPr>
            <a:spLocks noGrp="1"/>
          </p:cNvSpPr>
          <p:nvPr>
            <p:ph type="sldNum" sz="quarter" idx="12"/>
          </p:nvPr>
        </p:nvSpPr>
        <p:spPr/>
        <p:txBody>
          <a:bodyPr/>
          <a:lstStyle/>
          <a:p>
            <a:fld id="{B8D7262C-C5D8-F946-8CDF-ED0F2D838F48}" type="slidenum">
              <a:rPr lang="en-CO" smtClean="0"/>
              <a:t>‹Nº›</a:t>
            </a:fld>
            <a:endParaRPr lang="en-CO"/>
          </a:p>
        </p:txBody>
      </p:sp>
    </p:spTree>
    <p:extLst>
      <p:ext uri="{BB962C8B-B14F-4D97-AF65-F5344CB8AC3E}">
        <p14:creationId xmlns:p14="http://schemas.microsoft.com/office/powerpoint/2010/main" val="12706762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5EA2A8-9B71-8EAE-7B10-C94BFC5E16DC}"/>
              </a:ext>
            </a:extLst>
          </p:cNvPr>
          <p:cNvSpPr>
            <a:spLocks noGrp="1"/>
          </p:cNvSpPr>
          <p:nvPr>
            <p:ph type="title"/>
          </p:nvPr>
        </p:nvSpPr>
        <p:spPr>
          <a:xfrm>
            <a:off x="839788" y="365125"/>
            <a:ext cx="10515600" cy="1325563"/>
          </a:xfrm>
        </p:spPr>
        <p:txBody>
          <a:bodyPr/>
          <a:lstStyle/>
          <a:p>
            <a:r>
              <a:rPr lang="en-US"/>
              <a:t>Click to edit Master title style</a:t>
            </a:r>
            <a:endParaRPr lang="en-CO"/>
          </a:p>
        </p:txBody>
      </p:sp>
      <p:sp>
        <p:nvSpPr>
          <p:cNvPr id="3" name="Text Placeholder 2">
            <a:extLst>
              <a:ext uri="{FF2B5EF4-FFF2-40B4-BE49-F238E27FC236}">
                <a16:creationId xmlns:a16="http://schemas.microsoft.com/office/drawing/2014/main" id="{E0CD9EC7-56E4-2A55-3B43-0B6362A8565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ACD4E4E-408F-0079-12E1-23BF837B6E8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O"/>
          </a:p>
        </p:txBody>
      </p:sp>
      <p:sp>
        <p:nvSpPr>
          <p:cNvPr id="5" name="Text Placeholder 4">
            <a:extLst>
              <a:ext uri="{FF2B5EF4-FFF2-40B4-BE49-F238E27FC236}">
                <a16:creationId xmlns:a16="http://schemas.microsoft.com/office/drawing/2014/main" id="{44B3F711-0989-3791-867F-E1179B68A20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1429281-5339-1A7A-132B-FC86906DAC0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O"/>
          </a:p>
        </p:txBody>
      </p:sp>
      <p:sp>
        <p:nvSpPr>
          <p:cNvPr id="7" name="Date Placeholder 6">
            <a:extLst>
              <a:ext uri="{FF2B5EF4-FFF2-40B4-BE49-F238E27FC236}">
                <a16:creationId xmlns:a16="http://schemas.microsoft.com/office/drawing/2014/main" id="{E8D55D31-6298-2156-8049-D5814258A43D}"/>
              </a:ext>
            </a:extLst>
          </p:cNvPr>
          <p:cNvSpPr>
            <a:spLocks noGrp="1"/>
          </p:cNvSpPr>
          <p:nvPr>
            <p:ph type="dt" sz="half" idx="10"/>
          </p:nvPr>
        </p:nvSpPr>
        <p:spPr/>
        <p:txBody>
          <a:bodyPr/>
          <a:lstStyle/>
          <a:p>
            <a:fld id="{16CAA2E4-1E22-8541-958C-B957854A420C}" type="datetimeFigureOut">
              <a:rPr lang="en-CO" smtClean="0"/>
              <a:t>10/14/2026</a:t>
            </a:fld>
            <a:endParaRPr lang="en-CO"/>
          </a:p>
        </p:txBody>
      </p:sp>
      <p:sp>
        <p:nvSpPr>
          <p:cNvPr id="8" name="Footer Placeholder 7">
            <a:extLst>
              <a:ext uri="{FF2B5EF4-FFF2-40B4-BE49-F238E27FC236}">
                <a16:creationId xmlns:a16="http://schemas.microsoft.com/office/drawing/2014/main" id="{2C46FE4E-6BE2-91E4-5571-5F4968F85E8B}"/>
              </a:ext>
            </a:extLst>
          </p:cNvPr>
          <p:cNvSpPr>
            <a:spLocks noGrp="1"/>
          </p:cNvSpPr>
          <p:nvPr>
            <p:ph type="ftr" sz="quarter" idx="11"/>
          </p:nvPr>
        </p:nvSpPr>
        <p:spPr/>
        <p:txBody>
          <a:bodyPr/>
          <a:lstStyle/>
          <a:p>
            <a:endParaRPr lang="en-CO"/>
          </a:p>
        </p:txBody>
      </p:sp>
      <p:sp>
        <p:nvSpPr>
          <p:cNvPr id="9" name="Slide Number Placeholder 8">
            <a:extLst>
              <a:ext uri="{FF2B5EF4-FFF2-40B4-BE49-F238E27FC236}">
                <a16:creationId xmlns:a16="http://schemas.microsoft.com/office/drawing/2014/main" id="{28E81EB0-3C0D-286A-94F1-553D41693A26}"/>
              </a:ext>
            </a:extLst>
          </p:cNvPr>
          <p:cNvSpPr>
            <a:spLocks noGrp="1"/>
          </p:cNvSpPr>
          <p:nvPr>
            <p:ph type="sldNum" sz="quarter" idx="12"/>
          </p:nvPr>
        </p:nvSpPr>
        <p:spPr/>
        <p:txBody>
          <a:bodyPr/>
          <a:lstStyle/>
          <a:p>
            <a:fld id="{B8D7262C-C5D8-F946-8CDF-ED0F2D838F48}" type="slidenum">
              <a:rPr lang="en-CO" smtClean="0"/>
              <a:t>‹Nº›</a:t>
            </a:fld>
            <a:endParaRPr lang="en-CO"/>
          </a:p>
        </p:txBody>
      </p:sp>
      <p:pic>
        <p:nvPicPr>
          <p:cNvPr id="10" name="Google Shape;88;p1" descr="Interfaz de usuario gráfica, Aplicación&#10;&#10;El contenido generado por IA puede ser incorrecto.">
            <a:extLst>
              <a:ext uri="{FF2B5EF4-FFF2-40B4-BE49-F238E27FC236}">
                <a16:creationId xmlns:a16="http://schemas.microsoft.com/office/drawing/2014/main" id="{71ADCAD3-E65A-8616-A8DB-7F2D14FF89B6}"/>
              </a:ext>
            </a:extLst>
          </p:cNvPr>
          <p:cNvPicPr preferRelativeResize="0"/>
          <p:nvPr userDrawn="1"/>
        </p:nvPicPr>
        <p:blipFill rotWithShape="1">
          <a:blip r:embed="rId2">
            <a:alphaModFix/>
          </a:blip>
          <a:srcRect l="89894" r="7814"/>
          <a:stretch>
            <a:fillRect/>
          </a:stretch>
        </p:blipFill>
        <p:spPr>
          <a:xfrm>
            <a:off x="11912599" y="0"/>
            <a:ext cx="279400" cy="6858000"/>
          </a:xfrm>
          <a:prstGeom prst="rect">
            <a:avLst/>
          </a:prstGeom>
          <a:noFill/>
          <a:ln>
            <a:noFill/>
          </a:ln>
        </p:spPr>
      </p:pic>
    </p:spTree>
    <p:extLst>
      <p:ext uri="{BB962C8B-B14F-4D97-AF65-F5344CB8AC3E}">
        <p14:creationId xmlns:p14="http://schemas.microsoft.com/office/powerpoint/2010/main" val="27955231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DABC64-E394-E891-1DDC-DBD1F32846EE}"/>
              </a:ext>
            </a:extLst>
          </p:cNvPr>
          <p:cNvSpPr>
            <a:spLocks noGrp="1"/>
          </p:cNvSpPr>
          <p:nvPr>
            <p:ph type="title"/>
          </p:nvPr>
        </p:nvSpPr>
        <p:spPr/>
        <p:txBody>
          <a:bodyPr/>
          <a:lstStyle/>
          <a:p>
            <a:r>
              <a:rPr lang="en-US"/>
              <a:t>Click to edit Master title style</a:t>
            </a:r>
            <a:endParaRPr lang="en-CO"/>
          </a:p>
        </p:txBody>
      </p:sp>
      <p:sp>
        <p:nvSpPr>
          <p:cNvPr id="3" name="Date Placeholder 2">
            <a:extLst>
              <a:ext uri="{FF2B5EF4-FFF2-40B4-BE49-F238E27FC236}">
                <a16:creationId xmlns:a16="http://schemas.microsoft.com/office/drawing/2014/main" id="{4365E02D-BCC7-8150-008A-1F904DF73476}"/>
              </a:ext>
            </a:extLst>
          </p:cNvPr>
          <p:cNvSpPr>
            <a:spLocks noGrp="1"/>
          </p:cNvSpPr>
          <p:nvPr>
            <p:ph type="dt" sz="half" idx="10"/>
          </p:nvPr>
        </p:nvSpPr>
        <p:spPr/>
        <p:txBody>
          <a:bodyPr/>
          <a:lstStyle/>
          <a:p>
            <a:fld id="{16CAA2E4-1E22-8541-958C-B957854A420C}" type="datetimeFigureOut">
              <a:rPr lang="en-CO" smtClean="0"/>
              <a:t>10/14/2026</a:t>
            </a:fld>
            <a:endParaRPr lang="en-CO"/>
          </a:p>
        </p:txBody>
      </p:sp>
      <p:sp>
        <p:nvSpPr>
          <p:cNvPr id="4" name="Footer Placeholder 3">
            <a:extLst>
              <a:ext uri="{FF2B5EF4-FFF2-40B4-BE49-F238E27FC236}">
                <a16:creationId xmlns:a16="http://schemas.microsoft.com/office/drawing/2014/main" id="{BB28782F-59C2-8DCB-94AE-2B05E945750A}"/>
              </a:ext>
            </a:extLst>
          </p:cNvPr>
          <p:cNvSpPr>
            <a:spLocks noGrp="1"/>
          </p:cNvSpPr>
          <p:nvPr>
            <p:ph type="ftr" sz="quarter" idx="11"/>
          </p:nvPr>
        </p:nvSpPr>
        <p:spPr/>
        <p:txBody>
          <a:bodyPr/>
          <a:lstStyle/>
          <a:p>
            <a:endParaRPr lang="en-CO"/>
          </a:p>
        </p:txBody>
      </p:sp>
      <p:sp>
        <p:nvSpPr>
          <p:cNvPr id="5" name="Slide Number Placeholder 4">
            <a:extLst>
              <a:ext uri="{FF2B5EF4-FFF2-40B4-BE49-F238E27FC236}">
                <a16:creationId xmlns:a16="http://schemas.microsoft.com/office/drawing/2014/main" id="{FE5F3049-7885-1C48-6307-379976FB30A5}"/>
              </a:ext>
            </a:extLst>
          </p:cNvPr>
          <p:cNvSpPr>
            <a:spLocks noGrp="1"/>
          </p:cNvSpPr>
          <p:nvPr>
            <p:ph type="sldNum" sz="quarter" idx="12"/>
          </p:nvPr>
        </p:nvSpPr>
        <p:spPr/>
        <p:txBody>
          <a:bodyPr/>
          <a:lstStyle/>
          <a:p>
            <a:fld id="{B8D7262C-C5D8-F946-8CDF-ED0F2D838F48}" type="slidenum">
              <a:rPr lang="en-CO" smtClean="0"/>
              <a:t>‹Nº›</a:t>
            </a:fld>
            <a:endParaRPr lang="en-CO"/>
          </a:p>
        </p:txBody>
      </p:sp>
      <p:pic>
        <p:nvPicPr>
          <p:cNvPr id="6" name="Google Shape;88;p1" descr="Interfaz de usuario gráfica, Aplicación&#10;&#10;El contenido generado por IA puede ser incorrecto.">
            <a:extLst>
              <a:ext uri="{FF2B5EF4-FFF2-40B4-BE49-F238E27FC236}">
                <a16:creationId xmlns:a16="http://schemas.microsoft.com/office/drawing/2014/main" id="{291360B8-6819-6C51-6595-848418F14E6C}"/>
              </a:ext>
            </a:extLst>
          </p:cNvPr>
          <p:cNvPicPr preferRelativeResize="0"/>
          <p:nvPr userDrawn="1"/>
        </p:nvPicPr>
        <p:blipFill rotWithShape="1">
          <a:blip r:embed="rId2">
            <a:alphaModFix/>
          </a:blip>
          <a:srcRect l="89894" r="7814"/>
          <a:stretch>
            <a:fillRect/>
          </a:stretch>
        </p:blipFill>
        <p:spPr>
          <a:xfrm>
            <a:off x="11912599" y="0"/>
            <a:ext cx="279400" cy="6858000"/>
          </a:xfrm>
          <a:prstGeom prst="rect">
            <a:avLst/>
          </a:prstGeom>
          <a:noFill/>
          <a:ln>
            <a:noFill/>
          </a:ln>
        </p:spPr>
      </p:pic>
    </p:spTree>
    <p:extLst>
      <p:ext uri="{BB962C8B-B14F-4D97-AF65-F5344CB8AC3E}">
        <p14:creationId xmlns:p14="http://schemas.microsoft.com/office/powerpoint/2010/main" val="9406792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26" name="Picture 25">
            <a:extLst>
              <a:ext uri="{FF2B5EF4-FFF2-40B4-BE49-F238E27FC236}">
                <a16:creationId xmlns:a16="http://schemas.microsoft.com/office/drawing/2014/main" id="{104AA4E7-5EF0-9168-7A1A-0E0418ECF7C0}"/>
              </a:ext>
            </a:extLst>
          </p:cNvPr>
          <p:cNvPicPr>
            <a:picLocks noChangeAspect="1"/>
          </p:cNvPicPr>
          <p:nvPr userDrawn="1"/>
        </p:nvPicPr>
        <p:blipFill>
          <a:blip r:embed="rId2"/>
          <a:stretch>
            <a:fillRect/>
          </a:stretch>
        </p:blipFill>
        <p:spPr>
          <a:xfrm>
            <a:off x="3188677" y="5739977"/>
            <a:ext cx="5103446" cy="1118023"/>
          </a:xfrm>
          <a:prstGeom prst="rect">
            <a:avLst/>
          </a:prstGeom>
        </p:spPr>
      </p:pic>
      <p:sp>
        <p:nvSpPr>
          <p:cNvPr id="2" name="Date Placeholder 1">
            <a:extLst>
              <a:ext uri="{FF2B5EF4-FFF2-40B4-BE49-F238E27FC236}">
                <a16:creationId xmlns:a16="http://schemas.microsoft.com/office/drawing/2014/main" id="{AFD4CC26-8CA6-53B4-F0E9-DD73E51B9518}"/>
              </a:ext>
            </a:extLst>
          </p:cNvPr>
          <p:cNvSpPr>
            <a:spLocks noGrp="1"/>
          </p:cNvSpPr>
          <p:nvPr>
            <p:ph type="dt" sz="half" idx="10"/>
          </p:nvPr>
        </p:nvSpPr>
        <p:spPr/>
        <p:txBody>
          <a:bodyPr/>
          <a:lstStyle/>
          <a:p>
            <a:fld id="{16CAA2E4-1E22-8541-958C-B957854A420C}" type="datetimeFigureOut">
              <a:rPr lang="en-CO" smtClean="0"/>
              <a:t>10/14/2026</a:t>
            </a:fld>
            <a:endParaRPr lang="en-CO"/>
          </a:p>
        </p:txBody>
      </p:sp>
      <p:sp>
        <p:nvSpPr>
          <p:cNvPr id="3" name="Footer Placeholder 2">
            <a:extLst>
              <a:ext uri="{FF2B5EF4-FFF2-40B4-BE49-F238E27FC236}">
                <a16:creationId xmlns:a16="http://schemas.microsoft.com/office/drawing/2014/main" id="{5AF04FBA-68FB-2312-EEFC-4BA051FCF5B6}"/>
              </a:ext>
            </a:extLst>
          </p:cNvPr>
          <p:cNvSpPr>
            <a:spLocks noGrp="1"/>
          </p:cNvSpPr>
          <p:nvPr>
            <p:ph type="ftr" sz="quarter" idx="11"/>
          </p:nvPr>
        </p:nvSpPr>
        <p:spPr/>
        <p:txBody>
          <a:bodyPr/>
          <a:lstStyle/>
          <a:p>
            <a:endParaRPr lang="en-CO"/>
          </a:p>
        </p:txBody>
      </p:sp>
      <p:sp>
        <p:nvSpPr>
          <p:cNvPr id="4" name="Slide Number Placeholder 3">
            <a:extLst>
              <a:ext uri="{FF2B5EF4-FFF2-40B4-BE49-F238E27FC236}">
                <a16:creationId xmlns:a16="http://schemas.microsoft.com/office/drawing/2014/main" id="{616B00BA-8D46-3B3A-39C8-11D14A9C74D9}"/>
              </a:ext>
            </a:extLst>
          </p:cNvPr>
          <p:cNvSpPr>
            <a:spLocks noGrp="1"/>
          </p:cNvSpPr>
          <p:nvPr>
            <p:ph type="sldNum" sz="quarter" idx="12"/>
          </p:nvPr>
        </p:nvSpPr>
        <p:spPr/>
        <p:txBody>
          <a:bodyPr/>
          <a:lstStyle/>
          <a:p>
            <a:fld id="{B8D7262C-C5D8-F946-8CDF-ED0F2D838F48}" type="slidenum">
              <a:rPr lang="en-CO" smtClean="0"/>
              <a:t>‹Nº›</a:t>
            </a:fld>
            <a:endParaRPr lang="en-CO"/>
          </a:p>
        </p:txBody>
      </p:sp>
    </p:spTree>
    <p:extLst>
      <p:ext uri="{BB962C8B-B14F-4D97-AF65-F5344CB8AC3E}">
        <p14:creationId xmlns:p14="http://schemas.microsoft.com/office/powerpoint/2010/main" val="9950732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A14B29D-70E2-CDC1-0FBA-D3811EE7C39E}"/>
              </a:ext>
            </a:extLst>
          </p:cNvPr>
          <p:cNvPicPr>
            <a:picLocks noChangeAspect="1"/>
          </p:cNvPicPr>
          <p:nvPr userDrawn="1"/>
        </p:nvPicPr>
        <p:blipFill>
          <a:blip r:embed="rId2"/>
          <a:srcRect l="10233" r="7905"/>
          <a:stretch>
            <a:fillRect/>
          </a:stretch>
        </p:blipFill>
        <p:spPr>
          <a:xfrm>
            <a:off x="1" y="0"/>
            <a:ext cx="12192000" cy="6858000"/>
          </a:xfrm>
          <a:prstGeom prst="rect">
            <a:avLst/>
          </a:prstGeom>
        </p:spPr>
      </p:pic>
      <p:sp>
        <p:nvSpPr>
          <p:cNvPr id="2" name="Title 1">
            <a:extLst>
              <a:ext uri="{FF2B5EF4-FFF2-40B4-BE49-F238E27FC236}">
                <a16:creationId xmlns:a16="http://schemas.microsoft.com/office/drawing/2014/main" id="{FBBCAB4C-CB8F-8463-0EC0-6F4EFEF8656F}"/>
              </a:ext>
            </a:extLst>
          </p:cNvPr>
          <p:cNvSpPr>
            <a:spLocks noGrp="1"/>
          </p:cNvSpPr>
          <p:nvPr>
            <p:ph type="title"/>
          </p:nvPr>
        </p:nvSpPr>
        <p:spPr/>
        <p:txBody>
          <a:bodyPr/>
          <a:lstStyle>
            <a:lvl1pPr algn="ctr">
              <a:defRPr b="1">
                <a:solidFill>
                  <a:schemeClr val="bg1"/>
                </a:solidFill>
              </a:defRPr>
            </a:lvl1pPr>
          </a:lstStyle>
          <a:p>
            <a:r>
              <a:rPr lang="en-US" dirty="0"/>
              <a:t>Click to edit Master title style</a:t>
            </a:r>
            <a:endParaRPr lang="en-CO" dirty="0"/>
          </a:p>
        </p:txBody>
      </p:sp>
      <p:sp>
        <p:nvSpPr>
          <p:cNvPr id="3" name="Date Placeholder 2">
            <a:extLst>
              <a:ext uri="{FF2B5EF4-FFF2-40B4-BE49-F238E27FC236}">
                <a16:creationId xmlns:a16="http://schemas.microsoft.com/office/drawing/2014/main" id="{87710E4F-3F0F-1BC4-088D-868A2E11CC22}"/>
              </a:ext>
            </a:extLst>
          </p:cNvPr>
          <p:cNvSpPr>
            <a:spLocks noGrp="1"/>
          </p:cNvSpPr>
          <p:nvPr>
            <p:ph type="dt" sz="half" idx="10"/>
          </p:nvPr>
        </p:nvSpPr>
        <p:spPr/>
        <p:txBody>
          <a:bodyPr/>
          <a:lstStyle/>
          <a:p>
            <a:fld id="{16CAA2E4-1E22-8541-958C-B957854A420C}" type="datetimeFigureOut">
              <a:rPr lang="en-CO" smtClean="0"/>
              <a:t>10/14/2026</a:t>
            </a:fld>
            <a:endParaRPr lang="en-CO"/>
          </a:p>
        </p:txBody>
      </p:sp>
      <p:sp>
        <p:nvSpPr>
          <p:cNvPr id="4" name="Footer Placeholder 3">
            <a:extLst>
              <a:ext uri="{FF2B5EF4-FFF2-40B4-BE49-F238E27FC236}">
                <a16:creationId xmlns:a16="http://schemas.microsoft.com/office/drawing/2014/main" id="{46E8A724-7754-58F1-C778-C7450449B8E5}"/>
              </a:ext>
            </a:extLst>
          </p:cNvPr>
          <p:cNvSpPr>
            <a:spLocks noGrp="1"/>
          </p:cNvSpPr>
          <p:nvPr>
            <p:ph type="ftr" sz="quarter" idx="11"/>
          </p:nvPr>
        </p:nvSpPr>
        <p:spPr/>
        <p:txBody>
          <a:bodyPr/>
          <a:lstStyle/>
          <a:p>
            <a:endParaRPr lang="en-CO"/>
          </a:p>
        </p:txBody>
      </p:sp>
      <p:sp>
        <p:nvSpPr>
          <p:cNvPr id="5" name="Slide Number Placeholder 4">
            <a:extLst>
              <a:ext uri="{FF2B5EF4-FFF2-40B4-BE49-F238E27FC236}">
                <a16:creationId xmlns:a16="http://schemas.microsoft.com/office/drawing/2014/main" id="{D67E06A5-BA03-6FB6-CC9B-8FC9DAEE9D8C}"/>
              </a:ext>
            </a:extLst>
          </p:cNvPr>
          <p:cNvSpPr>
            <a:spLocks noGrp="1"/>
          </p:cNvSpPr>
          <p:nvPr>
            <p:ph type="sldNum" sz="quarter" idx="12"/>
          </p:nvPr>
        </p:nvSpPr>
        <p:spPr/>
        <p:txBody>
          <a:bodyPr/>
          <a:lstStyle/>
          <a:p>
            <a:fld id="{B8D7262C-C5D8-F946-8CDF-ED0F2D838F48}" type="slidenum">
              <a:rPr lang="en-CO" smtClean="0"/>
              <a:t>‹Nº›</a:t>
            </a:fld>
            <a:endParaRPr lang="en-CO"/>
          </a:p>
        </p:txBody>
      </p:sp>
      <p:pic>
        <p:nvPicPr>
          <p:cNvPr id="7" name="Picture 6">
            <a:extLst>
              <a:ext uri="{FF2B5EF4-FFF2-40B4-BE49-F238E27FC236}">
                <a16:creationId xmlns:a16="http://schemas.microsoft.com/office/drawing/2014/main" id="{89C59E65-4625-5D12-A094-36EE7BEA94E2}"/>
              </a:ext>
            </a:extLst>
          </p:cNvPr>
          <p:cNvPicPr>
            <a:picLocks noChangeAspect="1"/>
          </p:cNvPicPr>
          <p:nvPr userDrawn="1"/>
        </p:nvPicPr>
        <p:blipFill>
          <a:blip r:embed="rId3"/>
          <a:stretch>
            <a:fillRect/>
          </a:stretch>
        </p:blipFill>
        <p:spPr>
          <a:xfrm>
            <a:off x="3188677" y="5739977"/>
            <a:ext cx="5103446" cy="1118023"/>
          </a:xfrm>
          <a:prstGeom prst="rect">
            <a:avLst/>
          </a:prstGeom>
        </p:spPr>
      </p:pic>
    </p:spTree>
    <p:extLst>
      <p:ext uri="{BB962C8B-B14F-4D97-AF65-F5344CB8AC3E}">
        <p14:creationId xmlns:p14="http://schemas.microsoft.com/office/powerpoint/2010/main" val="12703098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9D74EE4-DDFB-B291-D8EB-4343654A397F}"/>
              </a:ext>
            </a:extLst>
          </p:cNvPr>
          <p:cNvPicPr>
            <a:picLocks noChangeAspect="1"/>
          </p:cNvPicPr>
          <p:nvPr userDrawn="1"/>
        </p:nvPicPr>
        <p:blipFill>
          <a:blip r:embed="rId2"/>
          <a:srcRect b="15867"/>
          <a:stretch>
            <a:fillRect/>
          </a:stretch>
        </p:blipFill>
        <p:spPr>
          <a:xfrm>
            <a:off x="-35169" y="0"/>
            <a:ext cx="12227169" cy="6858000"/>
          </a:xfrm>
          <a:prstGeom prst="rect">
            <a:avLst/>
          </a:prstGeom>
        </p:spPr>
      </p:pic>
      <p:sp>
        <p:nvSpPr>
          <p:cNvPr id="7" name="Rectangle 6">
            <a:extLst>
              <a:ext uri="{FF2B5EF4-FFF2-40B4-BE49-F238E27FC236}">
                <a16:creationId xmlns:a16="http://schemas.microsoft.com/office/drawing/2014/main" id="{B1DCB40B-A996-BBCD-154D-BC029DDBBDEF}"/>
              </a:ext>
            </a:extLst>
          </p:cNvPr>
          <p:cNvSpPr/>
          <p:nvPr userDrawn="1"/>
        </p:nvSpPr>
        <p:spPr>
          <a:xfrm>
            <a:off x="-35169" y="0"/>
            <a:ext cx="12227169" cy="6858000"/>
          </a:xfrm>
          <a:prstGeom prst="rect">
            <a:avLst/>
          </a:prstGeom>
          <a:solidFill>
            <a:srgbClr val="262E65">
              <a:alpha val="80392"/>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O" dirty="0"/>
          </a:p>
        </p:txBody>
      </p:sp>
      <p:sp>
        <p:nvSpPr>
          <p:cNvPr id="3" name="Date Placeholder 2">
            <a:extLst>
              <a:ext uri="{FF2B5EF4-FFF2-40B4-BE49-F238E27FC236}">
                <a16:creationId xmlns:a16="http://schemas.microsoft.com/office/drawing/2014/main" id="{BDC55186-8EBC-5514-5143-22388CF12466}"/>
              </a:ext>
            </a:extLst>
          </p:cNvPr>
          <p:cNvSpPr>
            <a:spLocks noGrp="1"/>
          </p:cNvSpPr>
          <p:nvPr>
            <p:ph type="dt" sz="half" idx="10"/>
          </p:nvPr>
        </p:nvSpPr>
        <p:spPr/>
        <p:txBody>
          <a:bodyPr/>
          <a:lstStyle/>
          <a:p>
            <a:fld id="{16CAA2E4-1E22-8541-958C-B957854A420C}" type="datetimeFigureOut">
              <a:rPr lang="en-CO" smtClean="0"/>
              <a:t>10/14/2026</a:t>
            </a:fld>
            <a:endParaRPr lang="en-CO"/>
          </a:p>
        </p:txBody>
      </p:sp>
      <p:sp>
        <p:nvSpPr>
          <p:cNvPr id="4" name="Footer Placeholder 3">
            <a:extLst>
              <a:ext uri="{FF2B5EF4-FFF2-40B4-BE49-F238E27FC236}">
                <a16:creationId xmlns:a16="http://schemas.microsoft.com/office/drawing/2014/main" id="{ADF15AB0-2774-E479-7192-E77684B805C7}"/>
              </a:ext>
            </a:extLst>
          </p:cNvPr>
          <p:cNvSpPr>
            <a:spLocks noGrp="1"/>
          </p:cNvSpPr>
          <p:nvPr>
            <p:ph type="ftr" sz="quarter" idx="11"/>
          </p:nvPr>
        </p:nvSpPr>
        <p:spPr/>
        <p:txBody>
          <a:bodyPr/>
          <a:lstStyle/>
          <a:p>
            <a:endParaRPr lang="en-CO"/>
          </a:p>
        </p:txBody>
      </p:sp>
      <p:sp>
        <p:nvSpPr>
          <p:cNvPr id="5" name="Slide Number Placeholder 4">
            <a:extLst>
              <a:ext uri="{FF2B5EF4-FFF2-40B4-BE49-F238E27FC236}">
                <a16:creationId xmlns:a16="http://schemas.microsoft.com/office/drawing/2014/main" id="{3316CD29-9F31-BE9C-C4F0-0FF250462085}"/>
              </a:ext>
            </a:extLst>
          </p:cNvPr>
          <p:cNvSpPr>
            <a:spLocks noGrp="1"/>
          </p:cNvSpPr>
          <p:nvPr>
            <p:ph type="sldNum" sz="quarter" idx="12"/>
          </p:nvPr>
        </p:nvSpPr>
        <p:spPr/>
        <p:txBody>
          <a:bodyPr/>
          <a:lstStyle/>
          <a:p>
            <a:fld id="{B8D7262C-C5D8-F946-8CDF-ED0F2D838F48}" type="slidenum">
              <a:rPr lang="en-CO" smtClean="0"/>
              <a:t>‹Nº›</a:t>
            </a:fld>
            <a:endParaRPr lang="en-CO"/>
          </a:p>
        </p:txBody>
      </p:sp>
      <p:pic>
        <p:nvPicPr>
          <p:cNvPr id="11" name="Picture 10">
            <a:extLst>
              <a:ext uri="{FF2B5EF4-FFF2-40B4-BE49-F238E27FC236}">
                <a16:creationId xmlns:a16="http://schemas.microsoft.com/office/drawing/2014/main" id="{F1A4D053-440C-CC1E-8EAE-97121F35E602}"/>
              </a:ext>
            </a:extLst>
          </p:cNvPr>
          <p:cNvPicPr>
            <a:picLocks noChangeAspect="1"/>
          </p:cNvPicPr>
          <p:nvPr userDrawn="1"/>
        </p:nvPicPr>
        <p:blipFill>
          <a:blip r:embed="rId3"/>
          <a:stretch>
            <a:fillRect/>
          </a:stretch>
        </p:blipFill>
        <p:spPr>
          <a:xfrm>
            <a:off x="5073762" y="5886522"/>
            <a:ext cx="2222985" cy="740995"/>
          </a:xfrm>
          <a:prstGeom prst="rect">
            <a:avLst/>
          </a:prstGeom>
        </p:spPr>
      </p:pic>
      <p:sp>
        <p:nvSpPr>
          <p:cNvPr id="28" name="Content Placeholder 27">
            <a:extLst>
              <a:ext uri="{FF2B5EF4-FFF2-40B4-BE49-F238E27FC236}">
                <a16:creationId xmlns:a16="http://schemas.microsoft.com/office/drawing/2014/main" id="{0F25A5E1-5A4E-90E1-B204-DE5AD459ECC9}"/>
              </a:ext>
            </a:extLst>
          </p:cNvPr>
          <p:cNvSpPr>
            <a:spLocks noGrp="1"/>
          </p:cNvSpPr>
          <p:nvPr>
            <p:ph sz="quarter" idx="13"/>
          </p:nvPr>
        </p:nvSpPr>
        <p:spPr>
          <a:xfrm>
            <a:off x="739775" y="2753860"/>
            <a:ext cx="10614025" cy="2112055"/>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O"/>
          </a:p>
        </p:txBody>
      </p:sp>
      <p:sp>
        <p:nvSpPr>
          <p:cNvPr id="29" name="Title 28">
            <a:extLst>
              <a:ext uri="{FF2B5EF4-FFF2-40B4-BE49-F238E27FC236}">
                <a16:creationId xmlns:a16="http://schemas.microsoft.com/office/drawing/2014/main" id="{25098292-68C0-A430-4AF3-8E8552FB9664}"/>
              </a:ext>
            </a:extLst>
          </p:cNvPr>
          <p:cNvSpPr>
            <a:spLocks noGrp="1"/>
          </p:cNvSpPr>
          <p:nvPr>
            <p:ph type="title"/>
          </p:nvPr>
        </p:nvSpPr>
        <p:spPr/>
        <p:txBody>
          <a:bodyPr/>
          <a:lstStyle>
            <a:lvl1pPr>
              <a:defRPr b="1">
                <a:solidFill>
                  <a:schemeClr val="bg1"/>
                </a:solidFill>
              </a:defRPr>
            </a:lvl1pPr>
          </a:lstStyle>
          <a:p>
            <a:r>
              <a:rPr lang="en-US" dirty="0"/>
              <a:t>Click to edit Master title style</a:t>
            </a:r>
            <a:endParaRPr lang="en-CO" dirty="0"/>
          </a:p>
        </p:txBody>
      </p:sp>
    </p:spTree>
    <p:extLst>
      <p:ext uri="{BB962C8B-B14F-4D97-AF65-F5344CB8AC3E}">
        <p14:creationId xmlns:p14="http://schemas.microsoft.com/office/powerpoint/2010/main" val="16609722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ounded Rectangle 7">
            <a:extLst>
              <a:ext uri="{FF2B5EF4-FFF2-40B4-BE49-F238E27FC236}">
                <a16:creationId xmlns:a16="http://schemas.microsoft.com/office/drawing/2014/main" id="{E0FDFD44-146C-AC40-4E29-6AA3A2654201}"/>
              </a:ext>
            </a:extLst>
          </p:cNvPr>
          <p:cNvSpPr/>
          <p:nvPr userDrawn="1"/>
        </p:nvSpPr>
        <p:spPr>
          <a:xfrm>
            <a:off x="693510" y="563790"/>
            <a:ext cx="4245428" cy="5660571"/>
          </a:xfrm>
          <a:prstGeom prst="roundRect">
            <a:avLst>
              <a:gd name="adj" fmla="val 5129"/>
            </a:avLst>
          </a:prstGeom>
          <a:solidFill>
            <a:srgbClr val="27A1D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O"/>
          </a:p>
        </p:txBody>
      </p:sp>
      <p:sp>
        <p:nvSpPr>
          <p:cNvPr id="2" name="Title 1">
            <a:extLst>
              <a:ext uri="{FF2B5EF4-FFF2-40B4-BE49-F238E27FC236}">
                <a16:creationId xmlns:a16="http://schemas.microsoft.com/office/drawing/2014/main" id="{9430AB08-2F7D-10C5-2B91-E8582F1D40A0}"/>
              </a:ext>
            </a:extLst>
          </p:cNvPr>
          <p:cNvSpPr>
            <a:spLocks noGrp="1"/>
          </p:cNvSpPr>
          <p:nvPr>
            <p:ph type="title"/>
          </p:nvPr>
        </p:nvSpPr>
        <p:spPr>
          <a:xfrm>
            <a:off x="836612" y="716190"/>
            <a:ext cx="3932237" cy="1600200"/>
          </a:xfrm>
        </p:spPr>
        <p:txBody>
          <a:bodyPr anchor="b"/>
          <a:lstStyle>
            <a:lvl1pPr>
              <a:defRPr sz="3200" b="1">
                <a:solidFill>
                  <a:schemeClr val="bg1"/>
                </a:solidFill>
              </a:defRPr>
            </a:lvl1pPr>
          </a:lstStyle>
          <a:p>
            <a:r>
              <a:rPr lang="en-US" dirty="0"/>
              <a:t>Click to edit Master title style</a:t>
            </a:r>
            <a:endParaRPr lang="en-CO" dirty="0"/>
          </a:p>
        </p:txBody>
      </p:sp>
      <p:sp>
        <p:nvSpPr>
          <p:cNvPr id="3" name="Content Placeholder 2">
            <a:extLst>
              <a:ext uri="{FF2B5EF4-FFF2-40B4-BE49-F238E27FC236}">
                <a16:creationId xmlns:a16="http://schemas.microsoft.com/office/drawing/2014/main" id="{2CFA9929-EEF5-E5AD-36A3-751227D0317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O"/>
          </a:p>
        </p:txBody>
      </p:sp>
      <p:sp>
        <p:nvSpPr>
          <p:cNvPr id="4" name="Text Placeholder 3">
            <a:extLst>
              <a:ext uri="{FF2B5EF4-FFF2-40B4-BE49-F238E27FC236}">
                <a16:creationId xmlns:a16="http://schemas.microsoft.com/office/drawing/2014/main" id="{FC96AF91-6F9D-D9E8-B06C-703F240A3676}"/>
              </a:ext>
            </a:extLst>
          </p:cNvPr>
          <p:cNvSpPr>
            <a:spLocks noGrp="1"/>
          </p:cNvSpPr>
          <p:nvPr>
            <p:ph type="body" sz="half" idx="2"/>
          </p:nvPr>
        </p:nvSpPr>
        <p:spPr>
          <a:xfrm>
            <a:off x="836612" y="2316390"/>
            <a:ext cx="3932237" cy="3811588"/>
          </a:xfrm>
        </p:spPr>
        <p:txBody>
          <a:bodyPr/>
          <a:lstStyle>
            <a:lvl1pPr marL="0" inden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9D4638D9-9805-9D04-FEC6-90AC38A32AF8}"/>
              </a:ext>
            </a:extLst>
          </p:cNvPr>
          <p:cNvSpPr>
            <a:spLocks noGrp="1"/>
          </p:cNvSpPr>
          <p:nvPr>
            <p:ph type="dt" sz="half" idx="10"/>
          </p:nvPr>
        </p:nvSpPr>
        <p:spPr/>
        <p:txBody>
          <a:bodyPr/>
          <a:lstStyle/>
          <a:p>
            <a:fld id="{16CAA2E4-1E22-8541-958C-B957854A420C}" type="datetimeFigureOut">
              <a:rPr lang="en-CO" smtClean="0"/>
              <a:t>10/14/2026</a:t>
            </a:fld>
            <a:endParaRPr lang="en-CO"/>
          </a:p>
        </p:txBody>
      </p:sp>
      <p:sp>
        <p:nvSpPr>
          <p:cNvPr id="6" name="Footer Placeholder 5">
            <a:extLst>
              <a:ext uri="{FF2B5EF4-FFF2-40B4-BE49-F238E27FC236}">
                <a16:creationId xmlns:a16="http://schemas.microsoft.com/office/drawing/2014/main" id="{DFE4CE65-7443-F4C9-DE4F-E7FED4C5C04E}"/>
              </a:ext>
            </a:extLst>
          </p:cNvPr>
          <p:cNvSpPr>
            <a:spLocks noGrp="1"/>
          </p:cNvSpPr>
          <p:nvPr>
            <p:ph type="ftr" sz="quarter" idx="11"/>
          </p:nvPr>
        </p:nvSpPr>
        <p:spPr/>
        <p:txBody>
          <a:bodyPr/>
          <a:lstStyle/>
          <a:p>
            <a:endParaRPr lang="en-CO"/>
          </a:p>
        </p:txBody>
      </p:sp>
      <p:sp>
        <p:nvSpPr>
          <p:cNvPr id="7" name="Slide Number Placeholder 6">
            <a:extLst>
              <a:ext uri="{FF2B5EF4-FFF2-40B4-BE49-F238E27FC236}">
                <a16:creationId xmlns:a16="http://schemas.microsoft.com/office/drawing/2014/main" id="{688349EB-9FFA-97C2-E600-5469C4CFC4B3}"/>
              </a:ext>
            </a:extLst>
          </p:cNvPr>
          <p:cNvSpPr>
            <a:spLocks noGrp="1"/>
          </p:cNvSpPr>
          <p:nvPr>
            <p:ph type="sldNum" sz="quarter" idx="12"/>
          </p:nvPr>
        </p:nvSpPr>
        <p:spPr/>
        <p:txBody>
          <a:bodyPr/>
          <a:lstStyle/>
          <a:p>
            <a:fld id="{B8D7262C-C5D8-F946-8CDF-ED0F2D838F48}" type="slidenum">
              <a:rPr lang="en-CO" smtClean="0"/>
              <a:t>‹Nº›</a:t>
            </a:fld>
            <a:endParaRPr lang="en-CO"/>
          </a:p>
        </p:txBody>
      </p:sp>
      <p:pic>
        <p:nvPicPr>
          <p:cNvPr id="9" name="Picture 8">
            <a:extLst>
              <a:ext uri="{FF2B5EF4-FFF2-40B4-BE49-F238E27FC236}">
                <a16:creationId xmlns:a16="http://schemas.microsoft.com/office/drawing/2014/main" id="{32872ADE-4D78-C1F0-0B67-5363A1CFB7CB}"/>
              </a:ext>
            </a:extLst>
          </p:cNvPr>
          <p:cNvPicPr>
            <a:picLocks noChangeAspect="1"/>
          </p:cNvPicPr>
          <p:nvPr userDrawn="1"/>
        </p:nvPicPr>
        <p:blipFill>
          <a:blip r:embed="rId2"/>
          <a:stretch>
            <a:fillRect/>
          </a:stretch>
        </p:blipFill>
        <p:spPr>
          <a:xfrm>
            <a:off x="5717565" y="5739977"/>
            <a:ext cx="5103446" cy="1118023"/>
          </a:xfrm>
          <a:prstGeom prst="rect">
            <a:avLst/>
          </a:prstGeom>
        </p:spPr>
      </p:pic>
      <p:pic>
        <p:nvPicPr>
          <p:cNvPr id="10" name="Google Shape;88;p1" descr="Interfaz de usuario gráfica, Aplicación&#10;&#10;El contenido generado por IA puede ser incorrecto.">
            <a:extLst>
              <a:ext uri="{FF2B5EF4-FFF2-40B4-BE49-F238E27FC236}">
                <a16:creationId xmlns:a16="http://schemas.microsoft.com/office/drawing/2014/main" id="{78A193C2-EECF-0294-F867-4726B9D40890}"/>
              </a:ext>
            </a:extLst>
          </p:cNvPr>
          <p:cNvPicPr preferRelativeResize="0"/>
          <p:nvPr userDrawn="1"/>
        </p:nvPicPr>
        <p:blipFill rotWithShape="1">
          <a:blip r:embed="rId3">
            <a:alphaModFix/>
          </a:blip>
          <a:srcRect l="89894" r="7814"/>
          <a:stretch>
            <a:fillRect/>
          </a:stretch>
        </p:blipFill>
        <p:spPr>
          <a:xfrm>
            <a:off x="11912599" y="0"/>
            <a:ext cx="279400" cy="6858000"/>
          </a:xfrm>
          <a:prstGeom prst="rect">
            <a:avLst/>
          </a:prstGeom>
          <a:noFill/>
          <a:ln>
            <a:noFill/>
          </a:ln>
        </p:spPr>
      </p:pic>
    </p:spTree>
    <p:extLst>
      <p:ext uri="{BB962C8B-B14F-4D97-AF65-F5344CB8AC3E}">
        <p14:creationId xmlns:p14="http://schemas.microsoft.com/office/powerpoint/2010/main" val="14587916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4531F5-26B8-757E-7BD5-1FB30B64D58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O"/>
          </a:p>
        </p:txBody>
      </p:sp>
      <p:sp>
        <p:nvSpPr>
          <p:cNvPr id="3" name="Picture Placeholder 2">
            <a:extLst>
              <a:ext uri="{FF2B5EF4-FFF2-40B4-BE49-F238E27FC236}">
                <a16:creationId xmlns:a16="http://schemas.microsoft.com/office/drawing/2014/main" id="{67B50431-FF3F-85C1-F01E-2FC3399CF92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O"/>
          </a:p>
        </p:txBody>
      </p:sp>
      <p:sp>
        <p:nvSpPr>
          <p:cNvPr id="4" name="Text Placeholder 3">
            <a:extLst>
              <a:ext uri="{FF2B5EF4-FFF2-40B4-BE49-F238E27FC236}">
                <a16:creationId xmlns:a16="http://schemas.microsoft.com/office/drawing/2014/main" id="{A4487604-CB9D-4578-2C70-466FB48E64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3C7432C-1935-FA7E-8F87-3B4E20200650}"/>
              </a:ext>
            </a:extLst>
          </p:cNvPr>
          <p:cNvSpPr>
            <a:spLocks noGrp="1"/>
          </p:cNvSpPr>
          <p:nvPr>
            <p:ph type="dt" sz="half" idx="10"/>
          </p:nvPr>
        </p:nvSpPr>
        <p:spPr/>
        <p:txBody>
          <a:bodyPr/>
          <a:lstStyle/>
          <a:p>
            <a:fld id="{16CAA2E4-1E22-8541-958C-B957854A420C}" type="datetimeFigureOut">
              <a:rPr lang="en-CO" smtClean="0"/>
              <a:t>10/14/2026</a:t>
            </a:fld>
            <a:endParaRPr lang="en-CO"/>
          </a:p>
        </p:txBody>
      </p:sp>
      <p:sp>
        <p:nvSpPr>
          <p:cNvPr id="6" name="Footer Placeholder 5">
            <a:extLst>
              <a:ext uri="{FF2B5EF4-FFF2-40B4-BE49-F238E27FC236}">
                <a16:creationId xmlns:a16="http://schemas.microsoft.com/office/drawing/2014/main" id="{55D7E74B-2FF3-53D3-A54B-C61A212B224A}"/>
              </a:ext>
            </a:extLst>
          </p:cNvPr>
          <p:cNvSpPr>
            <a:spLocks noGrp="1"/>
          </p:cNvSpPr>
          <p:nvPr>
            <p:ph type="ftr" sz="quarter" idx="11"/>
          </p:nvPr>
        </p:nvSpPr>
        <p:spPr/>
        <p:txBody>
          <a:bodyPr/>
          <a:lstStyle/>
          <a:p>
            <a:endParaRPr lang="en-CO"/>
          </a:p>
        </p:txBody>
      </p:sp>
      <p:sp>
        <p:nvSpPr>
          <p:cNvPr id="7" name="Slide Number Placeholder 6">
            <a:extLst>
              <a:ext uri="{FF2B5EF4-FFF2-40B4-BE49-F238E27FC236}">
                <a16:creationId xmlns:a16="http://schemas.microsoft.com/office/drawing/2014/main" id="{511C2968-2B3F-3084-69C4-B19571E1ECA7}"/>
              </a:ext>
            </a:extLst>
          </p:cNvPr>
          <p:cNvSpPr>
            <a:spLocks noGrp="1"/>
          </p:cNvSpPr>
          <p:nvPr>
            <p:ph type="sldNum" sz="quarter" idx="12"/>
          </p:nvPr>
        </p:nvSpPr>
        <p:spPr/>
        <p:txBody>
          <a:bodyPr/>
          <a:lstStyle/>
          <a:p>
            <a:fld id="{B8D7262C-C5D8-F946-8CDF-ED0F2D838F48}" type="slidenum">
              <a:rPr lang="en-CO" smtClean="0"/>
              <a:t>‹Nº›</a:t>
            </a:fld>
            <a:endParaRPr lang="en-CO"/>
          </a:p>
        </p:txBody>
      </p:sp>
    </p:spTree>
    <p:extLst>
      <p:ext uri="{BB962C8B-B14F-4D97-AF65-F5344CB8AC3E}">
        <p14:creationId xmlns:p14="http://schemas.microsoft.com/office/powerpoint/2010/main" val="33158710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6C9FA-5116-F559-093C-1993BEFE5E52}"/>
              </a:ext>
            </a:extLst>
          </p:cNvPr>
          <p:cNvSpPr>
            <a:spLocks noGrp="1"/>
          </p:cNvSpPr>
          <p:nvPr>
            <p:ph type="title"/>
          </p:nvPr>
        </p:nvSpPr>
        <p:spPr/>
        <p:txBody>
          <a:bodyPr/>
          <a:lstStyle/>
          <a:p>
            <a:r>
              <a:rPr lang="en-US"/>
              <a:t>Click to edit Master title style</a:t>
            </a:r>
            <a:endParaRPr lang="en-CO"/>
          </a:p>
        </p:txBody>
      </p:sp>
      <p:sp>
        <p:nvSpPr>
          <p:cNvPr id="3" name="Vertical Text Placeholder 2">
            <a:extLst>
              <a:ext uri="{FF2B5EF4-FFF2-40B4-BE49-F238E27FC236}">
                <a16:creationId xmlns:a16="http://schemas.microsoft.com/office/drawing/2014/main" id="{ECEBDB9F-81E4-342C-1981-1A50F33060C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O"/>
          </a:p>
        </p:txBody>
      </p:sp>
      <p:sp>
        <p:nvSpPr>
          <p:cNvPr id="4" name="Date Placeholder 3">
            <a:extLst>
              <a:ext uri="{FF2B5EF4-FFF2-40B4-BE49-F238E27FC236}">
                <a16:creationId xmlns:a16="http://schemas.microsoft.com/office/drawing/2014/main" id="{C1CB25C5-A165-2690-3F4E-3A40F125C8E0}"/>
              </a:ext>
            </a:extLst>
          </p:cNvPr>
          <p:cNvSpPr>
            <a:spLocks noGrp="1"/>
          </p:cNvSpPr>
          <p:nvPr>
            <p:ph type="dt" sz="half" idx="10"/>
          </p:nvPr>
        </p:nvSpPr>
        <p:spPr/>
        <p:txBody>
          <a:bodyPr/>
          <a:lstStyle/>
          <a:p>
            <a:fld id="{16CAA2E4-1E22-8541-958C-B957854A420C}" type="datetimeFigureOut">
              <a:rPr lang="en-CO" smtClean="0"/>
              <a:t>10/14/2026</a:t>
            </a:fld>
            <a:endParaRPr lang="en-CO"/>
          </a:p>
        </p:txBody>
      </p:sp>
      <p:sp>
        <p:nvSpPr>
          <p:cNvPr id="5" name="Footer Placeholder 4">
            <a:extLst>
              <a:ext uri="{FF2B5EF4-FFF2-40B4-BE49-F238E27FC236}">
                <a16:creationId xmlns:a16="http://schemas.microsoft.com/office/drawing/2014/main" id="{D56971A8-93A4-4439-BAA1-9A7314FAD8EE}"/>
              </a:ext>
            </a:extLst>
          </p:cNvPr>
          <p:cNvSpPr>
            <a:spLocks noGrp="1"/>
          </p:cNvSpPr>
          <p:nvPr>
            <p:ph type="ftr" sz="quarter" idx="11"/>
          </p:nvPr>
        </p:nvSpPr>
        <p:spPr/>
        <p:txBody>
          <a:bodyPr/>
          <a:lstStyle/>
          <a:p>
            <a:endParaRPr lang="en-CO"/>
          </a:p>
        </p:txBody>
      </p:sp>
      <p:sp>
        <p:nvSpPr>
          <p:cNvPr id="6" name="Slide Number Placeholder 5">
            <a:extLst>
              <a:ext uri="{FF2B5EF4-FFF2-40B4-BE49-F238E27FC236}">
                <a16:creationId xmlns:a16="http://schemas.microsoft.com/office/drawing/2014/main" id="{6B9D22D5-EC1C-FD84-80F7-A36FD50D8EF9}"/>
              </a:ext>
            </a:extLst>
          </p:cNvPr>
          <p:cNvSpPr>
            <a:spLocks noGrp="1"/>
          </p:cNvSpPr>
          <p:nvPr>
            <p:ph type="sldNum" sz="quarter" idx="12"/>
          </p:nvPr>
        </p:nvSpPr>
        <p:spPr/>
        <p:txBody>
          <a:bodyPr/>
          <a:lstStyle/>
          <a:p>
            <a:fld id="{B8D7262C-C5D8-F946-8CDF-ED0F2D838F48}" type="slidenum">
              <a:rPr lang="en-CO" smtClean="0"/>
              <a:t>‹Nº›</a:t>
            </a:fld>
            <a:endParaRPr lang="en-CO"/>
          </a:p>
        </p:txBody>
      </p:sp>
    </p:spTree>
    <p:extLst>
      <p:ext uri="{BB962C8B-B14F-4D97-AF65-F5344CB8AC3E}">
        <p14:creationId xmlns:p14="http://schemas.microsoft.com/office/powerpoint/2010/main" val="19558934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5075B2B-EDB2-94F4-9571-CC738C15B12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O"/>
          </a:p>
        </p:txBody>
      </p:sp>
      <p:sp>
        <p:nvSpPr>
          <p:cNvPr id="3" name="Vertical Text Placeholder 2">
            <a:extLst>
              <a:ext uri="{FF2B5EF4-FFF2-40B4-BE49-F238E27FC236}">
                <a16:creationId xmlns:a16="http://schemas.microsoft.com/office/drawing/2014/main" id="{6F7B1DB9-B8DB-8AF9-032B-D97B6141D0D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O"/>
          </a:p>
        </p:txBody>
      </p:sp>
      <p:sp>
        <p:nvSpPr>
          <p:cNvPr id="4" name="Date Placeholder 3">
            <a:extLst>
              <a:ext uri="{FF2B5EF4-FFF2-40B4-BE49-F238E27FC236}">
                <a16:creationId xmlns:a16="http://schemas.microsoft.com/office/drawing/2014/main" id="{DD0A1D46-CF3D-8CE8-9B0B-C608C4B912F0}"/>
              </a:ext>
            </a:extLst>
          </p:cNvPr>
          <p:cNvSpPr>
            <a:spLocks noGrp="1"/>
          </p:cNvSpPr>
          <p:nvPr>
            <p:ph type="dt" sz="half" idx="10"/>
          </p:nvPr>
        </p:nvSpPr>
        <p:spPr/>
        <p:txBody>
          <a:bodyPr/>
          <a:lstStyle/>
          <a:p>
            <a:fld id="{16CAA2E4-1E22-8541-958C-B957854A420C}" type="datetimeFigureOut">
              <a:rPr lang="en-CO" smtClean="0"/>
              <a:t>10/14/2026</a:t>
            </a:fld>
            <a:endParaRPr lang="en-CO"/>
          </a:p>
        </p:txBody>
      </p:sp>
      <p:sp>
        <p:nvSpPr>
          <p:cNvPr id="5" name="Footer Placeholder 4">
            <a:extLst>
              <a:ext uri="{FF2B5EF4-FFF2-40B4-BE49-F238E27FC236}">
                <a16:creationId xmlns:a16="http://schemas.microsoft.com/office/drawing/2014/main" id="{5AB603F2-1C91-2289-9DCB-12C88A8BBE4F}"/>
              </a:ext>
            </a:extLst>
          </p:cNvPr>
          <p:cNvSpPr>
            <a:spLocks noGrp="1"/>
          </p:cNvSpPr>
          <p:nvPr>
            <p:ph type="ftr" sz="quarter" idx="11"/>
          </p:nvPr>
        </p:nvSpPr>
        <p:spPr/>
        <p:txBody>
          <a:bodyPr/>
          <a:lstStyle/>
          <a:p>
            <a:endParaRPr lang="en-CO"/>
          </a:p>
        </p:txBody>
      </p:sp>
      <p:sp>
        <p:nvSpPr>
          <p:cNvPr id="6" name="Slide Number Placeholder 5">
            <a:extLst>
              <a:ext uri="{FF2B5EF4-FFF2-40B4-BE49-F238E27FC236}">
                <a16:creationId xmlns:a16="http://schemas.microsoft.com/office/drawing/2014/main" id="{D77AD40A-74DE-1213-E4BB-4D7137752D91}"/>
              </a:ext>
            </a:extLst>
          </p:cNvPr>
          <p:cNvSpPr>
            <a:spLocks noGrp="1"/>
          </p:cNvSpPr>
          <p:nvPr>
            <p:ph type="sldNum" sz="quarter" idx="12"/>
          </p:nvPr>
        </p:nvSpPr>
        <p:spPr/>
        <p:txBody>
          <a:bodyPr/>
          <a:lstStyle/>
          <a:p>
            <a:fld id="{B8D7262C-C5D8-F946-8CDF-ED0F2D838F48}" type="slidenum">
              <a:rPr lang="en-CO" smtClean="0"/>
              <a:t>‹Nº›</a:t>
            </a:fld>
            <a:endParaRPr lang="en-CO"/>
          </a:p>
        </p:txBody>
      </p:sp>
    </p:spTree>
    <p:extLst>
      <p:ext uri="{BB962C8B-B14F-4D97-AF65-F5344CB8AC3E}">
        <p14:creationId xmlns:p14="http://schemas.microsoft.com/office/powerpoint/2010/main" val="4791406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4">
  <p:cSld name="Title only 4">
    <p:spTree>
      <p:nvGrpSpPr>
        <p:cNvPr id="1" name="Shape 152"/>
        <p:cNvGrpSpPr/>
        <p:nvPr/>
      </p:nvGrpSpPr>
      <p:grpSpPr>
        <a:xfrm>
          <a:off x="0" y="0"/>
          <a:ext cx="0" cy="0"/>
          <a:chOff x="0" y="0"/>
          <a:chExt cx="0" cy="0"/>
        </a:xfrm>
      </p:grpSpPr>
      <p:sp>
        <p:nvSpPr>
          <p:cNvPr id="153" name="Google Shape;153;p24"/>
          <p:cNvSpPr txBox="1">
            <a:spLocks noGrp="1"/>
          </p:cNvSpPr>
          <p:nvPr>
            <p:ph type="title"/>
          </p:nvPr>
        </p:nvSpPr>
        <p:spPr>
          <a:xfrm>
            <a:off x="932000" y="570833"/>
            <a:ext cx="10328000" cy="842800"/>
          </a:xfrm>
          <a:prstGeom prst="rect">
            <a:avLst/>
          </a:prstGeom>
        </p:spPr>
        <p:txBody>
          <a:bodyPr spcFirstLastPara="1" wrap="square" lIns="91425" tIns="91425" rIns="91425" bIns="91425" anchor="ctr" anchorCtr="0">
            <a:noAutofit/>
          </a:bodyPr>
          <a:lstStyle>
            <a:lvl1pPr lvl="0" rtl="0">
              <a:spcBef>
                <a:spcPts val="0"/>
              </a:spcBef>
              <a:spcAft>
                <a:spcPts val="0"/>
              </a:spcAft>
              <a:buSzPts val="4300"/>
              <a:buNone/>
              <a:defRPr>
                <a:latin typeface="Roboto" panose="02000000000000000000" pitchFamily="2" charset="0"/>
                <a:ea typeface="Roboto" panose="02000000000000000000" pitchFamily="2" charset="0"/>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2" name="Picture 1">
            <a:extLst>
              <a:ext uri="{FF2B5EF4-FFF2-40B4-BE49-F238E27FC236}">
                <a16:creationId xmlns:a16="http://schemas.microsoft.com/office/drawing/2014/main" id="{06C69184-2177-42B2-2808-552F22BCE222}"/>
              </a:ext>
            </a:extLst>
          </p:cNvPr>
          <p:cNvPicPr>
            <a:picLocks noChangeAspect="1"/>
          </p:cNvPicPr>
          <p:nvPr userDrawn="1"/>
        </p:nvPicPr>
        <p:blipFill>
          <a:blip r:embed="rId2"/>
          <a:stretch>
            <a:fillRect/>
          </a:stretch>
        </p:blipFill>
        <p:spPr>
          <a:xfrm>
            <a:off x="3091899" y="5808619"/>
            <a:ext cx="6008203" cy="1167471"/>
          </a:xfrm>
          <a:prstGeom prst="rect">
            <a:avLst/>
          </a:prstGeom>
        </p:spPr>
      </p:pic>
    </p:spTree>
    <p:extLst>
      <p:ext uri="{BB962C8B-B14F-4D97-AF65-F5344CB8AC3E}">
        <p14:creationId xmlns:p14="http://schemas.microsoft.com/office/powerpoint/2010/main" val="30547737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7AC4C81-2CCB-8602-9AEA-2A9E2506364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O"/>
          </a:p>
        </p:txBody>
      </p:sp>
      <p:sp>
        <p:nvSpPr>
          <p:cNvPr id="3" name="Text Placeholder 2">
            <a:extLst>
              <a:ext uri="{FF2B5EF4-FFF2-40B4-BE49-F238E27FC236}">
                <a16:creationId xmlns:a16="http://schemas.microsoft.com/office/drawing/2014/main" id="{4A3CB5A4-AD00-D2FE-8B27-029E077B1A3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O"/>
          </a:p>
        </p:txBody>
      </p:sp>
      <p:sp>
        <p:nvSpPr>
          <p:cNvPr id="4" name="Date Placeholder 3">
            <a:extLst>
              <a:ext uri="{FF2B5EF4-FFF2-40B4-BE49-F238E27FC236}">
                <a16:creationId xmlns:a16="http://schemas.microsoft.com/office/drawing/2014/main" id="{3A69A716-35A8-BA21-D2EF-00AE080CABC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6CAA2E4-1E22-8541-958C-B957854A420C}" type="datetimeFigureOut">
              <a:rPr lang="en-CO" smtClean="0"/>
              <a:t>10/14/2026</a:t>
            </a:fld>
            <a:endParaRPr lang="en-CO"/>
          </a:p>
        </p:txBody>
      </p:sp>
      <p:sp>
        <p:nvSpPr>
          <p:cNvPr id="5" name="Footer Placeholder 4">
            <a:extLst>
              <a:ext uri="{FF2B5EF4-FFF2-40B4-BE49-F238E27FC236}">
                <a16:creationId xmlns:a16="http://schemas.microsoft.com/office/drawing/2014/main" id="{581195B3-60A9-FD39-E8AD-C57FC8E8719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O"/>
          </a:p>
        </p:txBody>
      </p:sp>
      <p:sp>
        <p:nvSpPr>
          <p:cNvPr id="6" name="Slide Number Placeholder 5">
            <a:extLst>
              <a:ext uri="{FF2B5EF4-FFF2-40B4-BE49-F238E27FC236}">
                <a16:creationId xmlns:a16="http://schemas.microsoft.com/office/drawing/2014/main" id="{376C8271-C8C3-9D34-174F-0F6BF1597DA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8D7262C-C5D8-F946-8CDF-ED0F2D838F48}" type="slidenum">
              <a:rPr lang="en-CO" smtClean="0"/>
              <a:t>‹Nº›</a:t>
            </a:fld>
            <a:endParaRPr lang="en-CO"/>
          </a:p>
        </p:txBody>
      </p:sp>
    </p:spTree>
    <p:extLst>
      <p:ext uri="{BB962C8B-B14F-4D97-AF65-F5344CB8AC3E}">
        <p14:creationId xmlns:p14="http://schemas.microsoft.com/office/powerpoint/2010/main" val="34852094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61" r:id="rId8"/>
    <p:sldLayoutId id="2147483660" r:id="rId9"/>
    <p:sldLayoutId id="2147483656" r:id="rId10"/>
    <p:sldLayoutId id="2147483657" r:id="rId11"/>
    <p:sldLayoutId id="2147483658" r:id="rId12"/>
    <p:sldLayoutId id="2147483659"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4390D8-6E81-3606-B18E-5A219E5F1E36}"/>
              </a:ext>
            </a:extLst>
          </p:cNvPr>
          <p:cNvSpPr>
            <a:spLocks noGrp="1"/>
          </p:cNvSpPr>
          <p:nvPr>
            <p:ph type="ctrTitle"/>
          </p:nvPr>
        </p:nvSpPr>
        <p:spPr>
          <a:xfrm>
            <a:off x="1527048" y="1043754"/>
            <a:ext cx="7525512" cy="1836607"/>
          </a:xfrm>
        </p:spPr>
        <p:txBody>
          <a:bodyPr wrap="square" lIns="0" tIns="0" rIns="0" bIns="0" anchor="t">
            <a:normAutofit/>
          </a:bodyPr>
          <a:lstStyle/>
          <a:p>
            <a:pPr>
              <a:lnSpc>
                <a:spcPct val="100000"/>
              </a:lnSpc>
              <a:spcAft>
                <a:spcPts val="0"/>
              </a:spcAft>
              <a:defRPr sz="6000">
                <a:solidFill>
                  <a:srgbClr val="FFFFFF"/>
                </a:solidFill>
                <a:latin typeface="+mj-lt"/>
              </a:defRPr>
            </a:pPr>
            <a:r>
              <a:rPr lang="es-MX" sz="6000" dirty="0" err="1"/>
              <a:t>Merge</a:t>
            </a:r>
            <a:r>
              <a:rPr lang="es-MX" sz="6000" dirty="0"/>
              <a:t>, concatenación</a:t>
            </a:r>
          </a:p>
          <a:p>
            <a:pPr>
              <a:lnSpc>
                <a:spcPct val="100000"/>
              </a:lnSpc>
              <a:spcAft>
                <a:spcPts val="0"/>
              </a:spcAft>
              <a:defRPr sz="6000">
                <a:solidFill>
                  <a:srgbClr val="FFFFFF"/>
                </a:solidFill>
                <a:latin typeface="+mj-lt"/>
              </a:defRPr>
            </a:pPr>
            <a:r>
              <a:rPr lang="es-MX" sz="6000" dirty="0"/>
              <a:t>e integración de fuentes</a:t>
            </a:r>
          </a:p>
        </p:txBody>
      </p:sp>
      <p:sp>
        <p:nvSpPr>
          <p:cNvPr id="3" name="Subtitle 2">
            <a:extLst>
              <a:ext uri="{FF2B5EF4-FFF2-40B4-BE49-F238E27FC236}">
                <a16:creationId xmlns:a16="http://schemas.microsoft.com/office/drawing/2014/main" id="{B33ED019-7EC3-6E49-43E3-C0EDFDF7DBA6}"/>
              </a:ext>
            </a:extLst>
          </p:cNvPr>
          <p:cNvSpPr>
            <a:spLocks noGrp="1"/>
          </p:cNvSpPr>
          <p:nvPr>
            <p:ph type="subTitle" idx="1"/>
          </p:nvPr>
        </p:nvSpPr>
        <p:spPr>
          <a:xfrm>
            <a:off x="1527048" y="3001907"/>
            <a:ext cx="7525512" cy="427093"/>
          </a:xfrm>
        </p:spPr>
        <p:txBody>
          <a:bodyPr wrap="square" lIns="0" tIns="0" rIns="0" bIns="0">
            <a:normAutofit/>
          </a:bodyPr>
          <a:lstStyle/>
          <a:p>
            <a:pPr marL="0" indent="0">
              <a:lnSpc>
                <a:spcPct val="100000"/>
              </a:lnSpc>
              <a:spcBef>
                <a:spcPts val="0"/>
              </a:spcBef>
              <a:defRPr sz="2000" b="0">
                <a:solidFill>
                  <a:srgbClr val="FFFFFF"/>
                </a:solidFill>
                <a:latin typeface="+mn-lt"/>
              </a:defRPr>
            </a:pPr>
            <a:r>
              <a:rPr lang="es-MX" sz="2000" dirty="0"/>
              <a:t>Integrar y comprobar el resultado</a:t>
            </a:r>
          </a:p>
        </p:txBody>
      </p:sp>
    </p:spTree>
    <p:extLst>
      <p:ext uri="{BB962C8B-B14F-4D97-AF65-F5344CB8AC3E}">
        <p14:creationId xmlns:p14="http://schemas.microsoft.com/office/powerpoint/2010/main" val="30926063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AF289-A52A-C633-12F2-24C0B11D6253}"/>
              </a:ext>
            </a:extLst>
          </p:cNvPr>
          <p:cNvSpPr>
            <a:spLocks noGrp="1"/>
          </p:cNvSpPr>
          <p:nvPr>
            <p:ph type="title"/>
          </p:nvPr>
        </p:nvSpPr>
        <p:spPr/>
        <p:txBody>
          <a:bodyPr wrap="square" lIns="0" tIns="0" rIns="0" bIns="0"/>
          <a:lstStyle/>
          <a:p>
            <a:pPr marL="0" indent="0">
              <a:lnSpc>
                <a:spcPct val="100000"/>
              </a:lnSpc>
              <a:spcBef>
                <a:spcPts val="0"/>
              </a:spcBef>
              <a:defRPr sz="3200" b="1">
                <a:solidFill>
                  <a:srgbClr val="1D4093"/>
                </a:solidFill>
                <a:latin typeface="+mn-lt"/>
              </a:defRPr>
            </a:pPr>
            <a:r>
              <a:rPr lang="es-MX" sz="3200"/>
              <a:t>Objetivo y recorrido</a:t>
            </a:r>
          </a:p>
        </p:txBody>
      </p:sp>
      <p:sp>
        <p:nvSpPr>
          <p:cNvPr id="3" name="TextBox 2"/>
          <p:cNvSpPr txBox="1"/>
          <p:nvPr/>
        </p:nvSpPr>
        <p:spPr>
          <a:xfrm>
            <a:off x="868680" y="1783080"/>
            <a:ext cx="10424160" cy="861774"/>
          </a:xfrm>
          <a:prstGeom prst="rect">
            <a:avLst/>
          </a:prstGeom>
          <a:noFill/>
        </p:spPr>
        <p:txBody>
          <a:bodyPr wrap="square" lIns="0" tIns="0" rIns="0" bIns="0">
            <a:spAutoFit/>
          </a:bodyPr>
          <a:lstStyle/>
          <a:p>
            <a:pPr marL="0" indent="0">
              <a:lnSpc>
                <a:spcPct val="100000"/>
              </a:lnSpc>
              <a:spcBef>
                <a:spcPts val="0"/>
              </a:spcBef>
              <a:defRPr sz="2400" b="0">
                <a:solidFill>
                  <a:srgbClr val="0E2841"/>
                </a:solidFill>
                <a:latin typeface="+mn-lt"/>
              </a:defRPr>
            </a:pPr>
            <a:r>
              <a:t>Comprender cómo las llaves, las uniones y la cardinalidad afectan una integración.</a:t>
            </a:r>
            <a:endParaRPr lang="es-MX"/>
          </a:p>
        </p:txBody>
      </p:sp>
      <p:sp>
        <p:nvSpPr>
          <p:cNvPr id="4" name="TextBox 3"/>
          <p:cNvSpPr txBox="1"/>
          <p:nvPr/>
        </p:nvSpPr>
        <p:spPr>
          <a:xfrm>
            <a:off x="868680" y="2560320"/>
            <a:ext cx="10424160" cy="369332"/>
          </a:xfrm>
          <a:prstGeom prst="rect">
            <a:avLst/>
          </a:prstGeom>
          <a:noFill/>
        </p:spPr>
        <p:txBody>
          <a:bodyPr wrap="square" lIns="0" tIns="0" rIns="0" bIns="0">
            <a:spAutoFit/>
          </a:bodyPr>
          <a:lstStyle/>
          <a:p>
            <a:pPr marL="0" indent="0">
              <a:lnSpc>
                <a:spcPct val="100000"/>
              </a:lnSpc>
              <a:spcBef>
                <a:spcPts val="0"/>
              </a:spcBef>
              <a:defRPr sz="2000" b="0">
                <a:solidFill>
                  <a:srgbClr val="0E2841"/>
                </a:solidFill>
                <a:latin typeface="+mn-lt"/>
              </a:defRPr>
            </a:pPr>
            <a:r>
              <a:t>Evaluar cobertura, unicidad y conservación de indicadores.</a:t>
            </a:r>
            <a:endParaRPr lang="es-MX"/>
          </a:p>
        </p:txBody>
      </p:sp>
      <p:graphicFrame>
        <p:nvGraphicFramePr>
          <p:cNvPr id="5" name="Table 4"/>
          <p:cNvGraphicFramePr>
            <a:graphicFrameLocks noGrp="1"/>
          </p:cNvGraphicFramePr>
          <p:nvPr>
            <p:extLst>
              <p:ext uri="{D42A27DB-BD31-4B8C-83A1-F6EECF244321}">
                <p14:modId xmlns:p14="http://schemas.microsoft.com/office/powerpoint/2010/main" val="2752290766"/>
              </p:ext>
            </p:extLst>
          </p:nvPr>
        </p:nvGraphicFramePr>
        <p:xfrm>
          <a:off x="868680" y="3291840"/>
          <a:ext cx="10424160" cy="2011680"/>
        </p:xfrm>
        <a:graphic>
          <a:graphicData uri="http://schemas.openxmlformats.org/drawingml/2006/table">
            <a:tbl>
              <a:tblPr firstRow="1" bandRow="1">
                <a:tableStyleId>{5C22544A-7EE6-4342-B048-85BDC9FD1C3A}</a:tableStyleId>
              </a:tblPr>
              <a:tblGrid>
                <a:gridCol w="4169664">
                  <a:extLst>
                    <a:ext uri="{9D8B030D-6E8A-4147-A177-3AD203B41FA5}">
                      <a16:colId xmlns:a16="http://schemas.microsoft.com/office/drawing/2014/main" val="20000"/>
                    </a:ext>
                  </a:extLst>
                </a:gridCol>
                <a:gridCol w="1042416">
                  <a:extLst>
                    <a:ext uri="{9D8B030D-6E8A-4147-A177-3AD203B41FA5}">
                      <a16:colId xmlns:a16="http://schemas.microsoft.com/office/drawing/2014/main" val="20001"/>
                    </a:ext>
                  </a:extLst>
                </a:gridCol>
                <a:gridCol w="4169664">
                  <a:extLst>
                    <a:ext uri="{9D8B030D-6E8A-4147-A177-3AD203B41FA5}">
                      <a16:colId xmlns:a16="http://schemas.microsoft.com/office/drawing/2014/main" val="20002"/>
                    </a:ext>
                  </a:extLst>
                </a:gridCol>
                <a:gridCol w="1042416">
                  <a:extLst>
                    <a:ext uri="{9D8B030D-6E8A-4147-A177-3AD203B41FA5}">
                      <a16:colId xmlns:a16="http://schemas.microsoft.com/office/drawing/2014/main" val="20003"/>
                    </a:ext>
                  </a:extLst>
                </a:gridCol>
              </a:tblGrid>
              <a:tr h="402336">
                <a:tc>
                  <a:txBody>
                    <a:bodyPr/>
                    <a:lstStyle/>
                    <a:p>
                      <a:pPr marL="0" indent="0">
                        <a:lnSpc>
                          <a:spcPct val="100000"/>
                        </a:lnSpc>
                        <a:spcBef>
                          <a:spcPts val="0"/>
                        </a:spcBef>
                        <a:defRPr sz="1800" b="1">
                          <a:solidFill>
                            <a:srgbClr val="FFFFFF"/>
                          </a:solidFill>
                          <a:latin typeface="+mn-lt"/>
                        </a:defRPr>
                      </a:pPr>
                      <a:r>
                        <a:rPr lang="es-MX"/>
                        <a:t>Bloque</a:t>
                      </a:r>
                    </a:p>
                  </a:txBody>
                  <a:tcPr marR="54864" marT="22860" marB="13716">
                    <a:solidFill>
                      <a:srgbClr val="1D4093"/>
                    </a:solidFill>
                  </a:tcPr>
                </a:tc>
                <a:tc>
                  <a:txBody>
                    <a:bodyPr/>
                    <a:lstStyle/>
                    <a:p>
                      <a:pPr marL="0" indent="0">
                        <a:lnSpc>
                          <a:spcPct val="100000"/>
                        </a:lnSpc>
                        <a:spcBef>
                          <a:spcPts val="0"/>
                        </a:spcBef>
                        <a:defRPr sz="1800" b="1">
                          <a:solidFill>
                            <a:srgbClr val="FFFFFF"/>
                          </a:solidFill>
                          <a:latin typeface="+mn-lt"/>
                        </a:defRPr>
                      </a:pPr>
                      <a:r>
                        <a:rPr lang="es-MX"/>
                        <a:t>Minutos</a:t>
                      </a:r>
                    </a:p>
                  </a:txBody>
                  <a:tcPr marR="54864" marT="22860" marB="13716">
                    <a:solidFill>
                      <a:srgbClr val="1D4093"/>
                    </a:solidFill>
                  </a:tcPr>
                </a:tc>
                <a:tc>
                  <a:txBody>
                    <a:bodyPr/>
                    <a:lstStyle/>
                    <a:p>
                      <a:pPr marL="0" indent="0">
                        <a:lnSpc>
                          <a:spcPct val="100000"/>
                        </a:lnSpc>
                        <a:spcBef>
                          <a:spcPts val="0"/>
                        </a:spcBef>
                        <a:defRPr sz="1800" b="1">
                          <a:solidFill>
                            <a:srgbClr val="FFFFFF"/>
                          </a:solidFill>
                          <a:latin typeface="+mn-lt"/>
                        </a:defRPr>
                      </a:pPr>
                      <a:r>
                        <a:rPr lang="es-MX"/>
                        <a:t>Bloque</a:t>
                      </a:r>
                    </a:p>
                  </a:txBody>
                  <a:tcPr marR="54864" marT="22860" marB="13716">
                    <a:solidFill>
                      <a:srgbClr val="1D4093"/>
                    </a:solidFill>
                  </a:tcPr>
                </a:tc>
                <a:tc>
                  <a:txBody>
                    <a:bodyPr/>
                    <a:lstStyle/>
                    <a:p>
                      <a:pPr marL="0" indent="0">
                        <a:lnSpc>
                          <a:spcPct val="100000"/>
                        </a:lnSpc>
                        <a:spcBef>
                          <a:spcPts val="0"/>
                        </a:spcBef>
                        <a:defRPr sz="1800" b="1">
                          <a:solidFill>
                            <a:srgbClr val="FFFFFF"/>
                          </a:solidFill>
                          <a:latin typeface="+mn-lt"/>
                        </a:defRPr>
                      </a:pPr>
                      <a:r>
                        <a:rPr lang="es-MX"/>
                        <a:t>Minutos</a:t>
                      </a:r>
                    </a:p>
                  </a:txBody>
                  <a:tcPr marR="54864" marT="22860" marB="13716">
                    <a:solidFill>
                      <a:srgbClr val="1D4093"/>
                    </a:solidFill>
                  </a:tcPr>
                </a:tc>
                <a:extLst>
                  <a:ext uri="{0D108BD9-81ED-4DB2-BD59-A6C34878D82A}">
                    <a16:rowId xmlns:a16="http://schemas.microsoft.com/office/drawing/2014/main" val="10000"/>
                  </a:ext>
                </a:extLst>
              </a:tr>
              <a:tr h="402336">
                <a:tc>
                  <a:txBody>
                    <a:bodyPr/>
                    <a:lstStyle/>
                    <a:p>
                      <a:pPr marL="0" indent="0">
                        <a:lnSpc>
                          <a:spcPct val="100000"/>
                        </a:lnSpc>
                        <a:spcBef>
                          <a:spcPts val="0"/>
                        </a:spcBef>
                        <a:defRPr sz="1800" b="0">
                          <a:solidFill>
                            <a:srgbClr val="0E2841"/>
                          </a:solidFill>
                          <a:latin typeface="+mn-lt"/>
                        </a:defRPr>
                      </a:pPr>
                      <a:r>
                        <a:rPr lang="es-MX"/>
                        <a:t>Apertura</a:t>
                      </a:r>
                    </a:p>
                  </a:txBody>
                  <a:tcPr marR="54864" marT="22860" marB="13716">
                    <a:solidFill>
                      <a:srgbClr val="EAF5FA"/>
                    </a:solidFill>
                  </a:tcPr>
                </a:tc>
                <a:tc>
                  <a:txBody>
                    <a:bodyPr/>
                    <a:lstStyle/>
                    <a:p>
                      <a:pPr marL="0" indent="0">
                        <a:lnSpc>
                          <a:spcPct val="100000"/>
                        </a:lnSpc>
                        <a:spcBef>
                          <a:spcPts val="0"/>
                        </a:spcBef>
                        <a:defRPr sz="1800" b="0">
                          <a:solidFill>
                            <a:srgbClr val="0E2841"/>
                          </a:solidFill>
                          <a:latin typeface="+mn-lt"/>
                        </a:defRPr>
                      </a:pPr>
                      <a:r>
                        <a:rPr lang="es-MX"/>
                        <a:t>10</a:t>
                      </a:r>
                    </a:p>
                  </a:txBody>
                  <a:tcPr marR="54864" marT="22860" marB="13716">
                    <a:solidFill>
                      <a:srgbClr val="EAF5FA"/>
                    </a:solidFill>
                  </a:tcPr>
                </a:tc>
                <a:tc>
                  <a:txBody>
                    <a:bodyPr/>
                    <a:lstStyle/>
                    <a:p>
                      <a:pPr marL="0" indent="0">
                        <a:lnSpc>
                          <a:spcPct val="100000"/>
                        </a:lnSpc>
                        <a:spcBef>
                          <a:spcPts val="0"/>
                        </a:spcBef>
                        <a:defRPr sz="1800" b="0">
                          <a:solidFill>
                            <a:srgbClr val="0E2841"/>
                          </a:solidFill>
                          <a:latin typeface="+mn-lt"/>
                        </a:defRPr>
                      </a:pPr>
                      <a:r>
                        <a:rPr lang="es-MX"/>
                        <a:t>Descanso</a:t>
                      </a:r>
                    </a:p>
                  </a:txBody>
                  <a:tcPr marR="54864" marT="22860" marB="13716">
                    <a:solidFill>
                      <a:srgbClr val="EAF5FA"/>
                    </a:solidFill>
                  </a:tcPr>
                </a:tc>
                <a:tc>
                  <a:txBody>
                    <a:bodyPr/>
                    <a:lstStyle/>
                    <a:p>
                      <a:pPr marL="0" indent="0">
                        <a:lnSpc>
                          <a:spcPct val="100000"/>
                        </a:lnSpc>
                        <a:spcBef>
                          <a:spcPts val="0"/>
                        </a:spcBef>
                        <a:defRPr sz="1800" b="0">
                          <a:solidFill>
                            <a:srgbClr val="0E2841"/>
                          </a:solidFill>
                          <a:latin typeface="+mn-lt"/>
                        </a:defRPr>
                      </a:pPr>
                      <a:r>
                        <a:rPr lang="es-MX"/>
                        <a:t>20</a:t>
                      </a:r>
                    </a:p>
                  </a:txBody>
                  <a:tcPr marR="54864" marT="22860" marB="13716">
                    <a:solidFill>
                      <a:srgbClr val="EAF5FA"/>
                    </a:solidFill>
                  </a:tcPr>
                </a:tc>
                <a:extLst>
                  <a:ext uri="{0D108BD9-81ED-4DB2-BD59-A6C34878D82A}">
                    <a16:rowId xmlns:a16="http://schemas.microsoft.com/office/drawing/2014/main" val="10001"/>
                  </a:ext>
                </a:extLst>
              </a:tr>
              <a:tr h="402336">
                <a:tc>
                  <a:txBody>
                    <a:bodyPr/>
                    <a:lstStyle/>
                    <a:p>
                      <a:pPr marL="0" indent="0">
                        <a:lnSpc>
                          <a:spcPct val="100000"/>
                        </a:lnSpc>
                        <a:spcBef>
                          <a:spcPts val="0"/>
                        </a:spcBef>
                        <a:defRPr sz="1800" b="0">
                          <a:solidFill>
                            <a:srgbClr val="0E2841"/>
                          </a:solidFill>
                          <a:latin typeface="+mn-lt"/>
                        </a:defRPr>
                      </a:pPr>
                      <a:r>
                        <a:rPr lang="es-MX"/>
                        <a:t>Concatenación</a:t>
                      </a:r>
                    </a:p>
                  </a:txBody>
                  <a:tcPr marR="54864" marT="22860" marB="13716">
                    <a:solidFill>
                      <a:srgbClr val="F7FAFC"/>
                    </a:solidFill>
                  </a:tcPr>
                </a:tc>
                <a:tc>
                  <a:txBody>
                    <a:bodyPr/>
                    <a:lstStyle/>
                    <a:p>
                      <a:pPr marL="0" indent="0">
                        <a:lnSpc>
                          <a:spcPct val="100000"/>
                        </a:lnSpc>
                        <a:spcBef>
                          <a:spcPts val="0"/>
                        </a:spcBef>
                        <a:defRPr sz="1800" b="0">
                          <a:solidFill>
                            <a:srgbClr val="0E2841"/>
                          </a:solidFill>
                          <a:latin typeface="+mn-lt"/>
                        </a:defRPr>
                      </a:pPr>
                      <a:r>
                        <a:rPr lang="es-MX"/>
                        <a:t>20</a:t>
                      </a:r>
                    </a:p>
                  </a:txBody>
                  <a:tcPr marR="54864" marT="22860" marB="13716">
                    <a:solidFill>
                      <a:srgbClr val="F7FAFC"/>
                    </a:solidFill>
                  </a:tcPr>
                </a:tc>
                <a:tc>
                  <a:txBody>
                    <a:bodyPr/>
                    <a:lstStyle/>
                    <a:p>
                      <a:pPr marL="0" indent="0">
                        <a:lnSpc>
                          <a:spcPct val="100000"/>
                        </a:lnSpc>
                        <a:spcBef>
                          <a:spcPts val="0"/>
                        </a:spcBef>
                        <a:defRPr sz="1800" b="0">
                          <a:solidFill>
                            <a:srgbClr val="0E2841"/>
                          </a:solidFill>
                          <a:latin typeface="+mn-lt"/>
                        </a:defRPr>
                      </a:pPr>
                      <a:r>
                        <a:rPr lang="es-MX"/>
                        <a:t>Integración</a:t>
                      </a:r>
                    </a:p>
                  </a:txBody>
                  <a:tcPr marR="54864" marT="22860" marB="13716">
                    <a:solidFill>
                      <a:srgbClr val="F7FAFC"/>
                    </a:solidFill>
                  </a:tcPr>
                </a:tc>
                <a:tc>
                  <a:txBody>
                    <a:bodyPr/>
                    <a:lstStyle/>
                    <a:p>
                      <a:pPr marL="0" indent="0">
                        <a:lnSpc>
                          <a:spcPct val="100000"/>
                        </a:lnSpc>
                        <a:spcBef>
                          <a:spcPts val="0"/>
                        </a:spcBef>
                        <a:defRPr sz="1800" b="0">
                          <a:solidFill>
                            <a:srgbClr val="0E2841"/>
                          </a:solidFill>
                          <a:latin typeface="+mn-lt"/>
                        </a:defRPr>
                      </a:pPr>
                      <a:r>
                        <a:rPr lang="es-MX"/>
                        <a:t>20</a:t>
                      </a:r>
                    </a:p>
                  </a:txBody>
                  <a:tcPr marR="54864" marT="22860" marB="13716">
                    <a:solidFill>
                      <a:srgbClr val="F7FAFC"/>
                    </a:solidFill>
                  </a:tcPr>
                </a:tc>
                <a:extLst>
                  <a:ext uri="{0D108BD9-81ED-4DB2-BD59-A6C34878D82A}">
                    <a16:rowId xmlns:a16="http://schemas.microsoft.com/office/drawing/2014/main" val="10002"/>
                  </a:ext>
                </a:extLst>
              </a:tr>
              <a:tr h="402336">
                <a:tc>
                  <a:txBody>
                    <a:bodyPr/>
                    <a:lstStyle/>
                    <a:p>
                      <a:pPr marL="0" indent="0">
                        <a:lnSpc>
                          <a:spcPct val="100000"/>
                        </a:lnSpc>
                        <a:spcBef>
                          <a:spcPts val="0"/>
                        </a:spcBef>
                        <a:defRPr sz="1800" b="0">
                          <a:solidFill>
                            <a:srgbClr val="0E2841"/>
                          </a:solidFill>
                          <a:latin typeface="+mn-lt"/>
                        </a:defRPr>
                      </a:pPr>
                      <a:r>
                        <a:rPr lang="es-MX"/>
                        <a:t>Llaves y uniones</a:t>
                      </a:r>
                    </a:p>
                  </a:txBody>
                  <a:tcPr marR="54864" marT="22860" marB="13716">
                    <a:solidFill>
                      <a:srgbClr val="EAF5FA"/>
                    </a:solidFill>
                  </a:tcPr>
                </a:tc>
                <a:tc>
                  <a:txBody>
                    <a:bodyPr/>
                    <a:lstStyle/>
                    <a:p>
                      <a:pPr marL="0" indent="0">
                        <a:lnSpc>
                          <a:spcPct val="100000"/>
                        </a:lnSpc>
                        <a:spcBef>
                          <a:spcPts val="0"/>
                        </a:spcBef>
                        <a:defRPr sz="1800" b="0">
                          <a:solidFill>
                            <a:srgbClr val="0E2841"/>
                          </a:solidFill>
                          <a:latin typeface="+mn-lt"/>
                        </a:defRPr>
                      </a:pPr>
                      <a:r>
                        <a:rPr lang="es-MX"/>
                        <a:t>25</a:t>
                      </a:r>
                    </a:p>
                  </a:txBody>
                  <a:tcPr marR="54864" marT="22860" marB="13716">
                    <a:solidFill>
                      <a:srgbClr val="EAF5FA"/>
                    </a:solidFill>
                  </a:tcPr>
                </a:tc>
                <a:tc>
                  <a:txBody>
                    <a:bodyPr/>
                    <a:lstStyle/>
                    <a:p>
                      <a:pPr marL="0" indent="0">
                        <a:lnSpc>
                          <a:spcPct val="100000"/>
                        </a:lnSpc>
                        <a:spcBef>
                          <a:spcPts val="0"/>
                        </a:spcBef>
                        <a:defRPr sz="1800" b="0">
                          <a:solidFill>
                            <a:srgbClr val="0E2841"/>
                          </a:solidFill>
                          <a:latin typeface="+mn-lt"/>
                        </a:defRPr>
                      </a:pPr>
                      <a:r>
                        <a:rPr lang="es-MX"/>
                        <a:t>Laboratorio</a:t>
                      </a:r>
                    </a:p>
                  </a:txBody>
                  <a:tcPr marR="54864" marT="22860" marB="13716">
                    <a:solidFill>
                      <a:srgbClr val="EAF5FA"/>
                    </a:solidFill>
                  </a:tcPr>
                </a:tc>
                <a:tc>
                  <a:txBody>
                    <a:bodyPr/>
                    <a:lstStyle/>
                    <a:p>
                      <a:pPr marL="0" indent="0">
                        <a:lnSpc>
                          <a:spcPct val="100000"/>
                        </a:lnSpc>
                        <a:spcBef>
                          <a:spcPts val="0"/>
                        </a:spcBef>
                        <a:defRPr sz="1800" b="0">
                          <a:solidFill>
                            <a:srgbClr val="0E2841"/>
                          </a:solidFill>
                          <a:latin typeface="+mn-lt"/>
                        </a:defRPr>
                      </a:pPr>
                      <a:r>
                        <a:rPr lang="es-MX"/>
                        <a:t>40</a:t>
                      </a:r>
                    </a:p>
                  </a:txBody>
                  <a:tcPr marR="54864" marT="22860" marB="13716">
                    <a:solidFill>
                      <a:srgbClr val="EAF5FA"/>
                    </a:solidFill>
                  </a:tcPr>
                </a:tc>
                <a:extLst>
                  <a:ext uri="{0D108BD9-81ED-4DB2-BD59-A6C34878D82A}">
                    <a16:rowId xmlns:a16="http://schemas.microsoft.com/office/drawing/2014/main" val="10003"/>
                  </a:ext>
                </a:extLst>
              </a:tr>
              <a:tr h="402336">
                <a:tc>
                  <a:txBody>
                    <a:bodyPr/>
                    <a:lstStyle/>
                    <a:p>
                      <a:pPr marL="0" indent="0">
                        <a:lnSpc>
                          <a:spcPct val="100000"/>
                        </a:lnSpc>
                        <a:spcBef>
                          <a:spcPts val="0"/>
                        </a:spcBef>
                        <a:defRPr sz="1800" b="0">
                          <a:solidFill>
                            <a:srgbClr val="0E2841"/>
                          </a:solidFill>
                          <a:latin typeface="+mn-lt"/>
                        </a:defRPr>
                      </a:pPr>
                      <a:r>
                        <a:rPr lang="es-MX"/>
                        <a:t>Cardinalidad</a:t>
                      </a:r>
                    </a:p>
                  </a:txBody>
                  <a:tcPr marR="54864" marT="22860" marB="13716">
                    <a:solidFill>
                      <a:srgbClr val="F7FAFC"/>
                    </a:solidFill>
                  </a:tcPr>
                </a:tc>
                <a:tc>
                  <a:txBody>
                    <a:bodyPr/>
                    <a:lstStyle/>
                    <a:p>
                      <a:pPr marL="0" indent="0">
                        <a:lnSpc>
                          <a:spcPct val="100000"/>
                        </a:lnSpc>
                        <a:spcBef>
                          <a:spcPts val="0"/>
                        </a:spcBef>
                        <a:defRPr sz="1800" b="0">
                          <a:solidFill>
                            <a:srgbClr val="0E2841"/>
                          </a:solidFill>
                          <a:latin typeface="+mn-lt"/>
                        </a:defRPr>
                      </a:pPr>
                      <a:r>
                        <a:rPr lang="es-MX"/>
                        <a:t>15</a:t>
                      </a:r>
                    </a:p>
                  </a:txBody>
                  <a:tcPr marR="54864" marT="22860" marB="13716">
                    <a:solidFill>
                      <a:srgbClr val="F7FAFC"/>
                    </a:solidFill>
                  </a:tcPr>
                </a:tc>
                <a:tc>
                  <a:txBody>
                    <a:bodyPr/>
                    <a:lstStyle/>
                    <a:p>
                      <a:pPr marL="0" indent="0">
                        <a:lnSpc>
                          <a:spcPct val="100000"/>
                        </a:lnSpc>
                        <a:spcBef>
                          <a:spcPts val="0"/>
                        </a:spcBef>
                        <a:defRPr sz="1800" b="0">
                          <a:solidFill>
                            <a:srgbClr val="0E2841"/>
                          </a:solidFill>
                          <a:latin typeface="+mn-lt"/>
                        </a:defRPr>
                      </a:pPr>
                      <a:r>
                        <a:rPr lang="es-MX"/>
                        <a:t>Cierre</a:t>
                      </a:r>
                    </a:p>
                  </a:txBody>
                  <a:tcPr marR="54864" marT="22860" marB="13716">
                    <a:solidFill>
                      <a:srgbClr val="F7FAFC"/>
                    </a:solidFill>
                  </a:tcPr>
                </a:tc>
                <a:tc>
                  <a:txBody>
                    <a:bodyPr/>
                    <a:lstStyle/>
                    <a:p>
                      <a:pPr marL="0" indent="0">
                        <a:lnSpc>
                          <a:spcPct val="100000"/>
                        </a:lnSpc>
                        <a:spcBef>
                          <a:spcPts val="0"/>
                        </a:spcBef>
                        <a:defRPr sz="1800" b="0">
                          <a:solidFill>
                            <a:srgbClr val="0E2841"/>
                          </a:solidFill>
                          <a:latin typeface="+mn-lt"/>
                        </a:defRPr>
                      </a:pPr>
                      <a:r>
                        <a:rPr lang="es-MX"/>
                        <a:t>10</a:t>
                      </a:r>
                    </a:p>
                  </a:txBody>
                  <a:tcPr marR="54864" marT="22860" marB="13716">
                    <a:solidFill>
                      <a:srgbClr val="F7FAFC"/>
                    </a:solidFill>
                  </a:tcPr>
                </a:tc>
                <a:extLst>
                  <a:ext uri="{0D108BD9-81ED-4DB2-BD59-A6C34878D82A}">
                    <a16:rowId xmlns:a16="http://schemas.microsoft.com/office/drawing/2014/main" val="10004"/>
                  </a:ext>
                </a:extLst>
              </a:tr>
            </a:tbl>
          </a:graphicData>
        </a:graphic>
      </p:graphicFrame>
      <p:sp>
        <p:nvSpPr>
          <p:cNvPr id="6" name="TextBox 5"/>
          <p:cNvSpPr txBox="1"/>
          <p:nvPr/>
        </p:nvSpPr>
        <p:spPr>
          <a:xfrm>
            <a:off x="868680" y="5486400"/>
            <a:ext cx="10424160" cy="282065"/>
          </a:xfrm>
          <a:prstGeom prst="rect">
            <a:avLst/>
          </a:prstGeom>
          <a:noFill/>
        </p:spPr>
        <p:txBody>
          <a:bodyPr wrap="square" lIns="0" tIns="0" rIns="0" bIns="0">
            <a:spAutoFit/>
          </a:bodyPr>
          <a:lstStyle/>
          <a:p>
            <a:pPr marL="0" indent="0">
              <a:lnSpc>
                <a:spcPct val="105000"/>
              </a:lnSpc>
              <a:spcBef>
                <a:spcPts val="0"/>
              </a:spcBef>
              <a:spcAft>
                <a:spcPts val="700"/>
              </a:spcAft>
              <a:buNone/>
              <a:defRPr sz="1800" b="0">
                <a:solidFill>
                  <a:srgbClr val="1D4093"/>
                </a:solidFill>
                <a:latin typeface="+mn-lt"/>
              </a:defRPr>
            </a:pPr>
            <a:r>
              <a:t>160 minutos en total. Los quizzes están incluidos en cada bloque.</a:t>
            </a:r>
            <a:endParaRPr lang="es-MX"/>
          </a:p>
        </p:txBody>
      </p:sp>
    </p:spTree>
    <p:extLst>
      <p:ext uri="{BB962C8B-B14F-4D97-AF65-F5344CB8AC3E}">
        <p14:creationId xmlns:p14="http://schemas.microsoft.com/office/powerpoint/2010/main" val="3552669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AF289-A52A-C633-12F2-24C0B11D6253}"/>
              </a:ext>
            </a:extLst>
          </p:cNvPr>
          <p:cNvSpPr>
            <a:spLocks noGrp="1"/>
          </p:cNvSpPr>
          <p:nvPr>
            <p:ph type="title"/>
          </p:nvPr>
        </p:nvSpPr>
        <p:spPr/>
        <p:txBody>
          <a:bodyPr wrap="square" lIns="0" tIns="0" rIns="0" bIns="0"/>
          <a:lstStyle/>
          <a:p>
            <a:pPr marL="0" indent="0">
              <a:lnSpc>
                <a:spcPct val="100000"/>
              </a:lnSpc>
              <a:spcBef>
                <a:spcPts val="0"/>
              </a:spcBef>
              <a:defRPr sz="3200" b="1">
                <a:solidFill>
                  <a:srgbClr val="1D4093"/>
                </a:solidFill>
                <a:latin typeface="+mn-lt"/>
              </a:defRPr>
            </a:pPr>
            <a:r>
              <a:rPr lang="es-MX" sz="3200"/>
              <a:t>Indicadores que necesitan otras fuentes</a:t>
            </a:r>
          </a:p>
        </p:txBody>
      </p:sp>
      <p:sp>
        <p:nvSpPr>
          <p:cNvPr id="3" name="TextBox 2"/>
          <p:cNvSpPr txBox="1"/>
          <p:nvPr/>
        </p:nvSpPr>
        <p:spPr>
          <a:xfrm>
            <a:off x="868680" y="1828800"/>
            <a:ext cx="2743200" cy="923330"/>
          </a:xfrm>
          <a:prstGeom prst="rect">
            <a:avLst/>
          </a:prstGeom>
          <a:noFill/>
        </p:spPr>
        <p:txBody>
          <a:bodyPr wrap="square" lIns="0" tIns="0" rIns="0" bIns="0">
            <a:spAutoFit/>
          </a:bodyPr>
          <a:lstStyle/>
          <a:p>
            <a:pPr marL="0" indent="0">
              <a:lnSpc>
                <a:spcPct val="100000"/>
              </a:lnSpc>
              <a:spcBef>
                <a:spcPts val="0"/>
              </a:spcBef>
              <a:defRPr sz="6000" b="1">
                <a:solidFill>
                  <a:srgbClr val="1D4093"/>
                </a:solidFill>
                <a:latin typeface="+mn-lt"/>
              </a:defRPr>
            </a:pPr>
            <a:r>
              <a:rPr lang="es-MX" sz="6000"/>
              <a:t>119</a:t>
            </a:r>
          </a:p>
        </p:txBody>
      </p:sp>
      <p:sp>
        <p:nvSpPr>
          <p:cNvPr id="4" name="TextBox 3"/>
          <p:cNvSpPr txBox="1"/>
          <p:nvPr/>
        </p:nvSpPr>
        <p:spPr>
          <a:xfrm>
            <a:off x="868680" y="2834640"/>
            <a:ext cx="3383280" cy="677108"/>
          </a:xfrm>
          <a:prstGeom prst="rect">
            <a:avLst/>
          </a:prstGeom>
          <a:noFill/>
        </p:spPr>
        <p:txBody>
          <a:bodyPr wrap="square" lIns="0" tIns="0" rIns="0" bIns="0">
            <a:spAutoFit/>
          </a:bodyPr>
          <a:lstStyle/>
          <a:p>
            <a:pPr marL="0" indent="0">
              <a:lnSpc>
                <a:spcPct val="100000"/>
              </a:lnSpc>
              <a:spcBef>
                <a:spcPts val="0"/>
              </a:spcBef>
              <a:defRPr sz="2000" b="0">
                <a:solidFill>
                  <a:srgbClr val="0E2841"/>
                </a:solidFill>
                <a:latin typeface="+mn-lt"/>
              </a:defRPr>
            </a:pPr>
            <a:r>
              <a:t>matrículas preparadas</a:t>
            </a:r>
            <a:endParaRPr lang="es-MX"/>
          </a:p>
          <a:p>
            <a:pPr marL="0" indent="0">
              <a:lnSpc>
                <a:spcPct val="100000"/>
              </a:lnSpc>
              <a:spcBef>
                <a:spcPts val="0"/>
              </a:spcBef>
              <a:defRPr sz="2000" b="0">
                <a:solidFill>
                  <a:srgbClr val="0E2841"/>
                </a:solidFill>
                <a:latin typeface="+mn-lt"/>
              </a:defRPr>
            </a:pPr>
            <a:r>
              <a:t>en la Clase 9</a:t>
            </a:r>
            <a:endParaRPr lang="es-MX"/>
          </a:p>
        </p:txBody>
      </p:sp>
      <p:graphicFrame>
        <p:nvGraphicFramePr>
          <p:cNvPr id="5" name="Table 4"/>
          <p:cNvGraphicFramePr>
            <a:graphicFrameLocks noGrp="1"/>
          </p:cNvGraphicFramePr>
          <p:nvPr>
            <p:extLst>
              <p:ext uri="{D42A27DB-BD31-4B8C-83A1-F6EECF244321}">
                <p14:modId xmlns:p14="http://schemas.microsoft.com/office/powerpoint/2010/main" val="2155627075"/>
              </p:ext>
            </p:extLst>
          </p:nvPr>
        </p:nvGraphicFramePr>
        <p:xfrm>
          <a:off x="4572000" y="1828800"/>
          <a:ext cx="6492240" cy="1975104"/>
        </p:xfrm>
        <a:graphic>
          <a:graphicData uri="http://schemas.openxmlformats.org/drawingml/2006/table">
            <a:tbl>
              <a:tblPr firstRow="1" bandRow="1">
                <a:tableStyleId>{5C22544A-7EE6-4342-B048-85BDC9FD1C3A}</a:tableStyleId>
              </a:tblPr>
              <a:tblGrid>
                <a:gridCol w="3246120">
                  <a:extLst>
                    <a:ext uri="{9D8B030D-6E8A-4147-A177-3AD203B41FA5}">
                      <a16:colId xmlns:a16="http://schemas.microsoft.com/office/drawing/2014/main" val="20000"/>
                    </a:ext>
                  </a:extLst>
                </a:gridCol>
                <a:gridCol w="3246120">
                  <a:extLst>
                    <a:ext uri="{9D8B030D-6E8A-4147-A177-3AD203B41FA5}">
                      <a16:colId xmlns:a16="http://schemas.microsoft.com/office/drawing/2014/main" val="20001"/>
                    </a:ext>
                  </a:extLst>
                </a:gridCol>
              </a:tblGrid>
              <a:tr h="658368">
                <a:tc>
                  <a:txBody>
                    <a:bodyPr/>
                    <a:lstStyle/>
                    <a:p>
                      <a:pPr marL="0" indent="0">
                        <a:lnSpc>
                          <a:spcPct val="100000"/>
                        </a:lnSpc>
                        <a:spcBef>
                          <a:spcPts val="0"/>
                        </a:spcBef>
                        <a:defRPr sz="1800" b="1">
                          <a:solidFill>
                            <a:srgbClr val="FFFFFF"/>
                          </a:solidFill>
                          <a:latin typeface="+mn-lt"/>
                        </a:defRPr>
                      </a:pPr>
                      <a:r>
                        <a:rPr lang="es-MX"/>
                        <a:t>Ya disponible</a:t>
                      </a:r>
                    </a:p>
                  </a:txBody>
                  <a:tcPr marR="54864" marT="22860" marB="13716">
                    <a:solidFill>
                      <a:srgbClr val="1D4093"/>
                    </a:solidFill>
                  </a:tcPr>
                </a:tc>
                <a:tc>
                  <a:txBody>
                    <a:bodyPr/>
                    <a:lstStyle/>
                    <a:p>
                      <a:pPr marL="0" indent="0">
                        <a:lnSpc>
                          <a:spcPct val="100000"/>
                        </a:lnSpc>
                        <a:spcBef>
                          <a:spcPts val="0"/>
                        </a:spcBef>
                        <a:defRPr sz="1800" b="1">
                          <a:solidFill>
                            <a:srgbClr val="FFFFFF"/>
                          </a:solidFill>
                          <a:latin typeface="+mn-lt"/>
                        </a:defRPr>
                      </a:pPr>
                      <a:r>
                        <a:rPr lang="es-MX"/>
                        <a:t>Requiere otra fuente</a:t>
                      </a:r>
                    </a:p>
                  </a:txBody>
                  <a:tcPr marR="54864" marT="22860" marB="13716">
                    <a:solidFill>
                      <a:srgbClr val="1D4093"/>
                    </a:solidFill>
                  </a:tcPr>
                </a:tc>
                <a:extLst>
                  <a:ext uri="{0D108BD9-81ED-4DB2-BD59-A6C34878D82A}">
                    <a16:rowId xmlns:a16="http://schemas.microsoft.com/office/drawing/2014/main" val="10000"/>
                  </a:ext>
                </a:extLst>
              </a:tr>
              <a:tr h="658368">
                <a:tc>
                  <a:txBody>
                    <a:bodyPr/>
                    <a:lstStyle/>
                    <a:p>
                      <a:pPr marL="0" indent="0">
                        <a:lnSpc>
                          <a:spcPct val="100000"/>
                        </a:lnSpc>
                        <a:spcBef>
                          <a:spcPts val="0"/>
                        </a:spcBef>
                        <a:defRPr sz="1800" b="0">
                          <a:solidFill>
                            <a:srgbClr val="0E2841"/>
                          </a:solidFill>
                          <a:latin typeface="+mn-lt"/>
                        </a:defRPr>
                      </a:pPr>
                      <a:r>
                        <a:rPr lang="es-MX"/>
                        <a:t>Programa, sede y periodo</a:t>
                      </a:r>
                    </a:p>
                  </a:txBody>
                  <a:tcPr marR="54864" marT="22860" marB="13716">
                    <a:solidFill>
                      <a:srgbClr val="EAF5FA"/>
                    </a:solidFill>
                  </a:tcPr>
                </a:tc>
                <a:tc>
                  <a:txBody>
                    <a:bodyPr/>
                    <a:lstStyle/>
                    <a:p>
                      <a:pPr marL="0" indent="0">
                        <a:lnSpc>
                          <a:spcPct val="100000"/>
                        </a:lnSpc>
                        <a:spcBef>
                          <a:spcPts val="0"/>
                        </a:spcBef>
                        <a:defRPr sz="1800" b="0">
                          <a:solidFill>
                            <a:srgbClr val="0E2841"/>
                          </a:solidFill>
                          <a:latin typeface="+mn-lt"/>
                        </a:defRPr>
                      </a:pPr>
                      <a:r>
                        <a:rPr lang="es-MX"/>
                        <a:t>Municipio del estudiante</a:t>
                      </a:r>
                    </a:p>
                  </a:txBody>
                  <a:tcPr marR="54864" marT="22860" marB="13716">
                    <a:solidFill>
                      <a:srgbClr val="EAF5FA"/>
                    </a:solidFill>
                  </a:tcPr>
                </a:tc>
                <a:extLst>
                  <a:ext uri="{0D108BD9-81ED-4DB2-BD59-A6C34878D82A}">
                    <a16:rowId xmlns:a16="http://schemas.microsoft.com/office/drawing/2014/main" val="10001"/>
                  </a:ext>
                </a:extLst>
              </a:tr>
              <a:tr h="658368">
                <a:tc>
                  <a:txBody>
                    <a:bodyPr/>
                    <a:lstStyle/>
                    <a:p>
                      <a:pPr marL="0" indent="0">
                        <a:lnSpc>
                          <a:spcPct val="100000"/>
                        </a:lnSpc>
                        <a:spcBef>
                          <a:spcPts val="0"/>
                        </a:spcBef>
                        <a:defRPr sz="1800" b="0">
                          <a:solidFill>
                            <a:srgbClr val="0E2841"/>
                          </a:solidFill>
                          <a:latin typeface="+mn-lt"/>
                        </a:defRPr>
                      </a:pPr>
                      <a:r>
                        <a:rPr lang="es-MX"/>
                        <a:t>Una fila por matrícula</a:t>
                      </a:r>
                    </a:p>
                  </a:txBody>
                  <a:tcPr marR="54864" marT="22860" marB="13716">
                    <a:solidFill>
                      <a:srgbClr val="F7FAFC"/>
                    </a:solidFill>
                  </a:tcPr>
                </a:tc>
                <a:tc>
                  <a:txBody>
                    <a:bodyPr/>
                    <a:lstStyle/>
                    <a:p>
                      <a:pPr marL="0" indent="0">
                        <a:lnSpc>
                          <a:spcPct val="100000"/>
                        </a:lnSpc>
                        <a:spcBef>
                          <a:spcPts val="0"/>
                        </a:spcBef>
                        <a:defRPr sz="1800" b="0">
                          <a:solidFill>
                            <a:srgbClr val="0E2841"/>
                          </a:solidFill>
                          <a:latin typeface="+mn-lt"/>
                        </a:defRPr>
                      </a:pPr>
                      <a:r>
                        <a:rPr lang="es-MX"/>
                        <a:t>Área de formación</a:t>
                      </a:r>
                    </a:p>
                  </a:txBody>
                  <a:tcPr marR="54864" marT="22860" marB="13716">
                    <a:solidFill>
                      <a:srgbClr val="F7FAFC"/>
                    </a:solidFill>
                  </a:tcPr>
                </a:tc>
                <a:extLst>
                  <a:ext uri="{0D108BD9-81ED-4DB2-BD59-A6C34878D82A}">
                    <a16:rowId xmlns:a16="http://schemas.microsoft.com/office/drawing/2014/main" val="10002"/>
                  </a:ext>
                </a:extLst>
              </a:tr>
            </a:tbl>
          </a:graphicData>
        </a:graphic>
      </p:graphicFrame>
      <p:sp>
        <p:nvSpPr>
          <p:cNvPr id="6" name="TextBox 5"/>
          <p:cNvSpPr txBox="1"/>
          <p:nvPr/>
        </p:nvSpPr>
        <p:spPr>
          <a:xfrm>
            <a:off x="868680" y="4572000"/>
            <a:ext cx="10424160" cy="738664"/>
          </a:xfrm>
          <a:prstGeom prst="rect">
            <a:avLst/>
          </a:prstGeom>
          <a:noFill/>
        </p:spPr>
        <p:txBody>
          <a:bodyPr wrap="square" lIns="0" tIns="0" rIns="0" bIns="0">
            <a:spAutoFit/>
          </a:bodyPr>
          <a:lstStyle/>
          <a:p>
            <a:pPr marL="0" indent="0">
              <a:lnSpc>
                <a:spcPct val="100000"/>
              </a:lnSpc>
              <a:spcBef>
                <a:spcPts val="0"/>
              </a:spcBef>
              <a:defRPr sz="2000" b="0">
                <a:solidFill>
                  <a:srgbClr val="0E2841"/>
                </a:solidFill>
                <a:latin typeface="+mn-lt"/>
              </a:defRPr>
            </a:pPr>
            <a:r>
              <a:t>Clase independiente: paquete de Clase 10 con los dos periodos, el maestro de estudiantes y el catálogo de programas.</a:t>
            </a:r>
            <a:endParaRPr lang="es-MX"/>
          </a:p>
        </p:txBody>
      </p:sp>
    </p:spTree>
    <p:extLst>
      <p:ext uri="{BB962C8B-B14F-4D97-AF65-F5344CB8AC3E}">
        <p14:creationId xmlns:p14="http://schemas.microsoft.com/office/powerpoint/2010/main" val="3552669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AF289-A52A-C633-12F2-24C0B11D6253}"/>
              </a:ext>
            </a:extLst>
          </p:cNvPr>
          <p:cNvSpPr>
            <a:spLocks noGrp="1"/>
          </p:cNvSpPr>
          <p:nvPr>
            <p:ph type="title"/>
          </p:nvPr>
        </p:nvSpPr>
        <p:spPr/>
        <p:txBody>
          <a:bodyPr wrap="square" lIns="0" tIns="0" rIns="0" bIns="0"/>
          <a:lstStyle/>
          <a:p>
            <a:pPr marL="0" indent="0">
              <a:lnSpc>
                <a:spcPct val="100000"/>
              </a:lnSpc>
              <a:spcBef>
                <a:spcPts val="0"/>
              </a:spcBef>
              <a:defRPr sz="3200" b="1">
                <a:solidFill>
                  <a:srgbClr val="1D4093"/>
                </a:solidFill>
                <a:latin typeface="+mn-lt"/>
              </a:defRPr>
            </a:pPr>
            <a:r>
              <a:rPr lang="es-MX" sz="3200"/>
              <a:t>Qué representa una fila en cada fuente</a:t>
            </a:r>
          </a:p>
        </p:txBody>
      </p:sp>
      <p:graphicFrame>
        <p:nvGraphicFramePr>
          <p:cNvPr id="3" name="Table 2"/>
          <p:cNvGraphicFramePr>
            <a:graphicFrameLocks noGrp="1"/>
          </p:cNvGraphicFramePr>
          <p:nvPr>
            <p:extLst>
              <p:ext uri="{D42A27DB-BD31-4B8C-83A1-F6EECF244321}">
                <p14:modId xmlns:p14="http://schemas.microsoft.com/office/powerpoint/2010/main" val="2015761106"/>
              </p:ext>
            </p:extLst>
          </p:nvPr>
        </p:nvGraphicFramePr>
        <p:xfrm>
          <a:off x="868680" y="1828800"/>
          <a:ext cx="10424160" cy="2377440"/>
        </p:xfrm>
        <a:graphic>
          <a:graphicData uri="http://schemas.openxmlformats.org/drawingml/2006/table">
            <a:tbl>
              <a:tblPr firstRow="1" bandRow="1">
                <a:tableStyleId>{5C22544A-7EE6-4342-B048-85BDC9FD1C3A}</a:tableStyleId>
              </a:tblPr>
              <a:tblGrid>
                <a:gridCol w="2316480">
                  <a:extLst>
                    <a:ext uri="{9D8B030D-6E8A-4147-A177-3AD203B41FA5}">
                      <a16:colId xmlns:a16="http://schemas.microsoft.com/office/drawing/2014/main" val="20000"/>
                    </a:ext>
                  </a:extLst>
                </a:gridCol>
                <a:gridCol w="4632960">
                  <a:extLst>
                    <a:ext uri="{9D8B030D-6E8A-4147-A177-3AD203B41FA5}">
                      <a16:colId xmlns:a16="http://schemas.microsoft.com/office/drawing/2014/main" val="20001"/>
                    </a:ext>
                  </a:extLst>
                </a:gridCol>
                <a:gridCol w="3474720">
                  <a:extLst>
                    <a:ext uri="{9D8B030D-6E8A-4147-A177-3AD203B41FA5}">
                      <a16:colId xmlns:a16="http://schemas.microsoft.com/office/drawing/2014/main" val="20002"/>
                    </a:ext>
                  </a:extLst>
                </a:gridCol>
              </a:tblGrid>
              <a:tr h="594360">
                <a:tc>
                  <a:txBody>
                    <a:bodyPr/>
                    <a:lstStyle/>
                    <a:p>
                      <a:pPr marL="0" indent="0">
                        <a:lnSpc>
                          <a:spcPct val="100000"/>
                        </a:lnSpc>
                        <a:spcBef>
                          <a:spcPts val="0"/>
                        </a:spcBef>
                        <a:defRPr sz="1800" b="1">
                          <a:solidFill>
                            <a:srgbClr val="FFFFFF"/>
                          </a:solidFill>
                          <a:latin typeface="+mn-lt"/>
                        </a:defRPr>
                      </a:pPr>
                      <a:r>
                        <a:rPr lang="es-MX"/>
                        <a:t>Fuente</a:t>
                      </a:r>
                    </a:p>
                  </a:txBody>
                  <a:tcPr marR="54864" marT="22860" marB="13716">
                    <a:solidFill>
                      <a:srgbClr val="1D4093"/>
                    </a:solidFill>
                  </a:tcPr>
                </a:tc>
                <a:tc>
                  <a:txBody>
                    <a:bodyPr/>
                    <a:lstStyle/>
                    <a:p>
                      <a:pPr marL="0" indent="0">
                        <a:lnSpc>
                          <a:spcPct val="100000"/>
                        </a:lnSpc>
                        <a:spcBef>
                          <a:spcPts val="0"/>
                        </a:spcBef>
                        <a:defRPr sz="1800" b="1">
                          <a:solidFill>
                            <a:srgbClr val="FFFFFF"/>
                          </a:solidFill>
                          <a:latin typeface="+mn-lt"/>
                        </a:defRPr>
                      </a:pPr>
                      <a:r>
                        <a:rPr lang="es-MX"/>
                        <a:t>Una fila representa</a:t>
                      </a:r>
                    </a:p>
                  </a:txBody>
                  <a:tcPr marR="54864" marT="22860" marB="13716">
                    <a:solidFill>
                      <a:srgbClr val="1D4093"/>
                    </a:solidFill>
                  </a:tcPr>
                </a:tc>
                <a:tc>
                  <a:txBody>
                    <a:bodyPr/>
                    <a:lstStyle/>
                    <a:p>
                      <a:pPr marL="0" indent="0">
                        <a:lnSpc>
                          <a:spcPct val="100000"/>
                        </a:lnSpc>
                        <a:spcBef>
                          <a:spcPts val="0"/>
                        </a:spcBef>
                        <a:defRPr sz="1800" b="1">
                          <a:solidFill>
                            <a:srgbClr val="FFFFFF"/>
                          </a:solidFill>
                          <a:latin typeface="+mn-lt"/>
                        </a:defRPr>
                      </a:pPr>
                      <a:r>
                        <a:rPr lang="es-MX"/>
                        <a:t>Llave</a:t>
                      </a:r>
                    </a:p>
                  </a:txBody>
                  <a:tcPr marR="54864" marT="22860" marB="13716">
                    <a:solidFill>
                      <a:srgbClr val="1D4093"/>
                    </a:solidFill>
                  </a:tcPr>
                </a:tc>
                <a:extLst>
                  <a:ext uri="{0D108BD9-81ED-4DB2-BD59-A6C34878D82A}">
                    <a16:rowId xmlns:a16="http://schemas.microsoft.com/office/drawing/2014/main" val="10000"/>
                  </a:ext>
                </a:extLst>
              </a:tr>
              <a:tr h="594360">
                <a:tc>
                  <a:txBody>
                    <a:bodyPr/>
                    <a:lstStyle/>
                    <a:p>
                      <a:pPr marL="0" indent="0">
                        <a:lnSpc>
                          <a:spcPct val="100000"/>
                        </a:lnSpc>
                        <a:spcBef>
                          <a:spcPts val="0"/>
                        </a:spcBef>
                        <a:defRPr sz="1800" b="0">
                          <a:solidFill>
                            <a:srgbClr val="0E2841"/>
                          </a:solidFill>
                          <a:latin typeface="+mn-lt"/>
                        </a:defRPr>
                      </a:pPr>
                      <a:r>
                        <a:rPr lang="es-MX"/>
                        <a:t>Matrículas</a:t>
                      </a:r>
                    </a:p>
                  </a:txBody>
                  <a:tcPr marR="54864" marT="22860" marB="13716">
                    <a:solidFill>
                      <a:srgbClr val="EAF5FA"/>
                    </a:solidFill>
                  </a:tcPr>
                </a:tc>
                <a:tc>
                  <a:txBody>
                    <a:bodyPr/>
                    <a:lstStyle/>
                    <a:p>
                      <a:pPr marL="0" indent="0">
                        <a:lnSpc>
                          <a:spcPct val="100000"/>
                        </a:lnSpc>
                        <a:spcBef>
                          <a:spcPts val="0"/>
                        </a:spcBef>
                        <a:defRPr sz="1800" b="0">
                          <a:solidFill>
                            <a:srgbClr val="0E2841"/>
                          </a:solidFill>
                          <a:latin typeface="+mn-lt"/>
                        </a:defRPr>
                      </a:pPr>
                      <a:r>
                        <a:rPr lang="es-MX"/>
                        <a:t>Una matrícula</a:t>
                      </a:r>
                    </a:p>
                  </a:txBody>
                  <a:tcPr marR="54864" marT="22860" marB="13716">
                    <a:solidFill>
                      <a:srgbClr val="EAF5FA"/>
                    </a:solidFill>
                  </a:tcPr>
                </a:tc>
                <a:tc>
                  <a:txBody>
                    <a:bodyPr/>
                    <a:lstStyle/>
                    <a:p>
                      <a:pPr marL="0" indent="0">
                        <a:lnSpc>
                          <a:spcPct val="100000"/>
                        </a:lnSpc>
                        <a:spcBef>
                          <a:spcPts val="0"/>
                        </a:spcBef>
                        <a:defRPr sz="1800" b="0">
                          <a:solidFill>
                            <a:srgbClr val="0E2841"/>
                          </a:solidFill>
                          <a:latin typeface="+mn-lt"/>
                        </a:defRPr>
                      </a:pPr>
                      <a:r>
                        <a:rPr lang="es-MX"/>
                        <a:t>id_matricula</a:t>
                      </a:r>
                    </a:p>
                  </a:txBody>
                  <a:tcPr marR="54864" marT="22860" marB="13716">
                    <a:solidFill>
                      <a:srgbClr val="EAF5FA"/>
                    </a:solidFill>
                  </a:tcPr>
                </a:tc>
                <a:extLst>
                  <a:ext uri="{0D108BD9-81ED-4DB2-BD59-A6C34878D82A}">
                    <a16:rowId xmlns:a16="http://schemas.microsoft.com/office/drawing/2014/main" val="10001"/>
                  </a:ext>
                </a:extLst>
              </a:tr>
              <a:tr h="594360">
                <a:tc>
                  <a:txBody>
                    <a:bodyPr/>
                    <a:lstStyle/>
                    <a:p>
                      <a:pPr marL="0" indent="0">
                        <a:lnSpc>
                          <a:spcPct val="100000"/>
                        </a:lnSpc>
                        <a:spcBef>
                          <a:spcPts val="0"/>
                        </a:spcBef>
                        <a:defRPr sz="1800" b="0">
                          <a:solidFill>
                            <a:srgbClr val="0E2841"/>
                          </a:solidFill>
                          <a:latin typeface="+mn-lt"/>
                        </a:defRPr>
                      </a:pPr>
                      <a:r>
                        <a:rPr lang="es-MX"/>
                        <a:t>Estudiantes</a:t>
                      </a:r>
                    </a:p>
                  </a:txBody>
                  <a:tcPr marR="54864" marT="22860" marB="13716">
                    <a:solidFill>
                      <a:srgbClr val="F7FAFC"/>
                    </a:solidFill>
                  </a:tcPr>
                </a:tc>
                <a:tc>
                  <a:txBody>
                    <a:bodyPr/>
                    <a:lstStyle/>
                    <a:p>
                      <a:pPr marL="0" indent="0">
                        <a:lnSpc>
                          <a:spcPct val="100000"/>
                        </a:lnSpc>
                        <a:spcBef>
                          <a:spcPts val="0"/>
                        </a:spcBef>
                        <a:defRPr sz="1800" b="0">
                          <a:solidFill>
                            <a:srgbClr val="0E2841"/>
                          </a:solidFill>
                          <a:latin typeface="+mn-lt"/>
                        </a:defRPr>
                      </a:pPr>
                      <a:r>
                        <a:rPr lang="es-MX"/>
                        <a:t>Un estudiante</a:t>
                      </a:r>
                    </a:p>
                  </a:txBody>
                  <a:tcPr marR="54864" marT="22860" marB="13716">
                    <a:solidFill>
                      <a:srgbClr val="F7FAFC"/>
                    </a:solidFill>
                  </a:tcPr>
                </a:tc>
                <a:tc>
                  <a:txBody>
                    <a:bodyPr/>
                    <a:lstStyle/>
                    <a:p>
                      <a:pPr marL="0" indent="0">
                        <a:lnSpc>
                          <a:spcPct val="100000"/>
                        </a:lnSpc>
                        <a:spcBef>
                          <a:spcPts val="0"/>
                        </a:spcBef>
                        <a:defRPr sz="1800" b="0">
                          <a:solidFill>
                            <a:srgbClr val="0E2841"/>
                          </a:solidFill>
                          <a:latin typeface="+mn-lt"/>
                        </a:defRPr>
                      </a:pPr>
                      <a:r>
                        <a:rPr lang="es-MX"/>
                        <a:t>id_estudiante</a:t>
                      </a:r>
                    </a:p>
                  </a:txBody>
                  <a:tcPr marR="54864" marT="22860" marB="13716">
                    <a:solidFill>
                      <a:srgbClr val="F7FAFC"/>
                    </a:solidFill>
                  </a:tcPr>
                </a:tc>
                <a:extLst>
                  <a:ext uri="{0D108BD9-81ED-4DB2-BD59-A6C34878D82A}">
                    <a16:rowId xmlns:a16="http://schemas.microsoft.com/office/drawing/2014/main" val="10002"/>
                  </a:ext>
                </a:extLst>
              </a:tr>
              <a:tr h="594360">
                <a:tc>
                  <a:txBody>
                    <a:bodyPr/>
                    <a:lstStyle/>
                    <a:p>
                      <a:pPr marL="0" indent="0">
                        <a:lnSpc>
                          <a:spcPct val="100000"/>
                        </a:lnSpc>
                        <a:spcBef>
                          <a:spcPts val="0"/>
                        </a:spcBef>
                        <a:defRPr sz="1800" b="0">
                          <a:solidFill>
                            <a:srgbClr val="0E2841"/>
                          </a:solidFill>
                          <a:latin typeface="+mn-lt"/>
                        </a:defRPr>
                      </a:pPr>
                      <a:r>
                        <a:rPr lang="es-MX"/>
                        <a:t>Programas</a:t>
                      </a:r>
                    </a:p>
                  </a:txBody>
                  <a:tcPr marR="54864" marT="22860" marB="13716">
                    <a:solidFill>
                      <a:srgbClr val="EAF5FA"/>
                    </a:solidFill>
                  </a:tcPr>
                </a:tc>
                <a:tc>
                  <a:txBody>
                    <a:bodyPr/>
                    <a:lstStyle/>
                    <a:p>
                      <a:pPr marL="0" indent="0">
                        <a:lnSpc>
                          <a:spcPct val="100000"/>
                        </a:lnSpc>
                        <a:spcBef>
                          <a:spcPts val="0"/>
                        </a:spcBef>
                        <a:defRPr sz="1800" b="0">
                          <a:solidFill>
                            <a:srgbClr val="0E2841"/>
                          </a:solidFill>
                          <a:latin typeface="+mn-lt"/>
                        </a:defRPr>
                      </a:pPr>
                      <a:r>
                        <a:rPr lang="es-MX"/>
                        <a:t>Un programa</a:t>
                      </a:r>
                    </a:p>
                  </a:txBody>
                  <a:tcPr marR="54864" marT="22860" marB="13716">
                    <a:solidFill>
                      <a:srgbClr val="EAF5FA"/>
                    </a:solidFill>
                  </a:tcPr>
                </a:tc>
                <a:tc>
                  <a:txBody>
                    <a:bodyPr/>
                    <a:lstStyle/>
                    <a:p>
                      <a:pPr marL="0" indent="0">
                        <a:lnSpc>
                          <a:spcPct val="100000"/>
                        </a:lnSpc>
                        <a:spcBef>
                          <a:spcPts val="0"/>
                        </a:spcBef>
                        <a:defRPr sz="1800" b="0">
                          <a:solidFill>
                            <a:srgbClr val="0E2841"/>
                          </a:solidFill>
                          <a:latin typeface="+mn-lt"/>
                        </a:defRPr>
                      </a:pPr>
                      <a:r>
                        <a:rPr lang="es-MX"/>
                        <a:t>programa</a:t>
                      </a:r>
                    </a:p>
                  </a:txBody>
                  <a:tcPr marR="54864" marT="22860" marB="13716">
                    <a:solidFill>
                      <a:srgbClr val="EAF5FA"/>
                    </a:solidFill>
                  </a:tcPr>
                </a:tc>
                <a:extLst>
                  <a:ext uri="{0D108BD9-81ED-4DB2-BD59-A6C34878D82A}">
                    <a16:rowId xmlns:a16="http://schemas.microsoft.com/office/drawing/2014/main" val="10003"/>
                  </a:ext>
                </a:extLst>
              </a:tr>
            </a:tbl>
          </a:graphicData>
        </a:graphic>
      </p:graphicFrame>
      <p:sp>
        <p:nvSpPr>
          <p:cNvPr id="4" name="TextBox 3"/>
          <p:cNvSpPr txBox="1"/>
          <p:nvPr/>
        </p:nvSpPr>
        <p:spPr>
          <a:xfrm>
            <a:off x="868680" y="4572000"/>
            <a:ext cx="10424160" cy="861774"/>
          </a:xfrm>
          <a:prstGeom prst="rect">
            <a:avLst/>
          </a:prstGeom>
          <a:noFill/>
        </p:spPr>
        <p:txBody>
          <a:bodyPr wrap="square" lIns="0" tIns="0" rIns="0" bIns="0">
            <a:spAutoFit/>
          </a:bodyPr>
          <a:lstStyle/>
          <a:p>
            <a:pPr marL="0" indent="0">
              <a:lnSpc>
                <a:spcPct val="100000"/>
              </a:lnSpc>
              <a:spcBef>
                <a:spcPts val="0"/>
              </a:spcBef>
              <a:defRPr sz="2400" b="0">
                <a:solidFill>
                  <a:srgbClr val="1D4093"/>
                </a:solidFill>
                <a:latin typeface="+mn-lt"/>
              </a:defRPr>
            </a:pPr>
            <a:r>
              <a:t>Muchas matrículas pueden corresponder a un estudiante o a un programa.</a:t>
            </a:r>
            <a:endParaRPr lang="es-MX"/>
          </a:p>
        </p:txBody>
      </p:sp>
      <p:sp>
        <p:nvSpPr>
          <p:cNvPr id="5" name="TextBox 4"/>
          <p:cNvSpPr txBox="1"/>
          <p:nvPr/>
        </p:nvSpPr>
        <p:spPr>
          <a:xfrm>
            <a:off x="868680" y="5303520"/>
            <a:ext cx="10424160" cy="365760"/>
          </a:xfrm>
          <a:prstGeom prst="rect">
            <a:avLst/>
          </a:prstGeom>
          <a:noFill/>
        </p:spPr>
        <p:txBody>
          <a:bodyPr wrap="square" lIns="0" tIns="0" rIns="0" bIns="0">
            <a:spAutoFit/>
          </a:bodyPr>
          <a:lstStyle/>
          <a:p>
            <a:pPr marL="0" indent="0">
              <a:lnSpc>
                <a:spcPct val="100000"/>
              </a:lnSpc>
              <a:spcBef>
                <a:spcPts val="0"/>
              </a:spcBef>
              <a:defRPr sz="2000" b="0">
                <a:solidFill>
                  <a:srgbClr val="0E2841"/>
                </a:solidFill>
                <a:latin typeface="+mn-lt"/>
              </a:defRPr>
            </a:pPr>
            <a:r>
              <a:t>Contrato: cada maestro debe tener una llave única.</a:t>
            </a:r>
            <a:endParaRPr lang="es-MX"/>
          </a:p>
        </p:txBody>
      </p:sp>
    </p:spTree>
    <p:extLst>
      <p:ext uri="{BB962C8B-B14F-4D97-AF65-F5344CB8AC3E}">
        <p14:creationId xmlns:p14="http://schemas.microsoft.com/office/powerpoint/2010/main" val="3552669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AF289-A52A-C633-12F2-24C0B11D6253}"/>
              </a:ext>
            </a:extLst>
          </p:cNvPr>
          <p:cNvSpPr>
            <a:spLocks noGrp="1"/>
          </p:cNvSpPr>
          <p:nvPr>
            <p:ph type="title"/>
          </p:nvPr>
        </p:nvSpPr>
        <p:spPr/>
        <p:txBody>
          <a:bodyPr wrap="square" lIns="0" tIns="0" rIns="0" bIns="0"/>
          <a:lstStyle/>
          <a:p>
            <a:pPr marL="0" indent="0">
              <a:lnSpc>
                <a:spcPct val="100000"/>
              </a:lnSpc>
              <a:spcBef>
                <a:spcPts val="0"/>
              </a:spcBef>
              <a:defRPr sz="3200" b="1">
                <a:solidFill>
                  <a:srgbClr val="1D4093"/>
                </a:solidFill>
                <a:latin typeface="+mn-lt"/>
              </a:defRPr>
            </a:pPr>
            <a:r>
              <a:rPr lang="es-MX" sz="3200"/>
              <a:t>Concatenación vertical</a:t>
            </a:r>
          </a:p>
        </p:txBody>
      </p:sp>
      <p:sp>
        <p:nvSpPr>
          <p:cNvPr id="3" name="TextBox 2"/>
          <p:cNvSpPr txBox="1"/>
          <p:nvPr/>
        </p:nvSpPr>
        <p:spPr>
          <a:xfrm>
            <a:off x="868680" y="1783080"/>
            <a:ext cx="4846320" cy="365760"/>
          </a:xfrm>
          <a:prstGeom prst="rect">
            <a:avLst/>
          </a:prstGeom>
          <a:noFill/>
        </p:spPr>
        <p:txBody>
          <a:bodyPr wrap="square" lIns="0" tIns="0" rIns="0" bIns="0">
            <a:spAutoFit/>
          </a:bodyPr>
          <a:lstStyle/>
          <a:p>
            <a:pPr marL="0" indent="0">
              <a:lnSpc>
                <a:spcPct val="100000"/>
              </a:lnSpc>
              <a:spcBef>
                <a:spcPts val="0"/>
              </a:spcBef>
              <a:defRPr sz="2000" b="1">
                <a:solidFill>
                  <a:srgbClr val="1D4093"/>
                </a:solidFill>
                <a:latin typeface="+mn-lt"/>
              </a:defRPr>
            </a:pPr>
            <a:r>
              <a:t>Entrada A</a:t>
            </a:r>
            <a:endParaRPr lang="es-MX"/>
          </a:p>
        </p:txBody>
      </p:sp>
      <p:sp>
        <p:nvSpPr>
          <p:cNvPr id="4" name="TextBox 3"/>
          <p:cNvSpPr txBox="1"/>
          <p:nvPr/>
        </p:nvSpPr>
        <p:spPr>
          <a:xfrm>
            <a:off x="4617720" y="1783080"/>
            <a:ext cx="4846320" cy="365760"/>
          </a:xfrm>
          <a:prstGeom prst="rect">
            <a:avLst/>
          </a:prstGeom>
          <a:noFill/>
        </p:spPr>
        <p:txBody>
          <a:bodyPr wrap="square" lIns="0" tIns="0" rIns="0" bIns="0">
            <a:spAutoFit/>
          </a:bodyPr>
          <a:lstStyle/>
          <a:p>
            <a:pPr marL="0" indent="0">
              <a:lnSpc>
                <a:spcPct val="100000"/>
              </a:lnSpc>
              <a:spcBef>
                <a:spcPts val="0"/>
              </a:spcBef>
              <a:defRPr sz="2000" b="1">
                <a:solidFill>
                  <a:srgbClr val="1D4093"/>
                </a:solidFill>
                <a:latin typeface="+mn-lt"/>
              </a:defRPr>
            </a:pPr>
            <a:r>
              <a:t>Entrada B</a:t>
            </a:r>
            <a:endParaRPr lang="es-MX"/>
          </a:p>
        </p:txBody>
      </p:sp>
      <p:sp>
        <p:nvSpPr>
          <p:cNvPr id="5" name="TextBox 4"/>
          <p:cNvSpPr txBox="1"/>
          <p:nvPr/>
        </p:nvSpPr>
        <p:spPr>
          <a:xfrm>
            <a:off x="8275320" y="1783080"/>
            <a:ext cx="2743200" cy="365760"/>
          </a:xfrm>
          <a:prstGeom prst="rect">
            <a:avLst/>
          </a:prstGeom>
          <a:noFill/>
        </p:spPr>
        <p:txBody>
          <a:bodyPr wrap="square" lIns="0" tIns="0" rIns="0" bIns="0">
            <a:spAutoFit/>
          </a:bodyPr>
          <a:lstStyle/>
          <a:p>
            <a:pPr marL="0" indent="0">
              <a:lnSpc>
                <a:spcPct val="100000"/>
              </a:lnSpc>
              <a:spcBef>
                <a:spcPts val="0"/>
              </a:spcBef>
              <a:defRPr sz="2000" b="1">
                <a:solidFill>
                  <a:srgbClr val="1D4093"/>
                </a:solidFill>
                <a:latin typeface="+mn-lt"/>
              </a:defRPr>
            </a:pPr>
            <a:r>
              <a:t>Salida</a:t>
            </a:r>
            <a:endParaRPr lang="es-MX"/>
          </a:p>
        </p:txBody>
      </p:sp>
      <p:graphicFrame>
        <p:nvGraphicFramePr>
          <p:cNvPr id="6" name="Table 5"/>
          <p:cNvGraphicFramePr>
            <a:graphicFrameLocks noGrp="1"/>
          </p:cNvGraphicFramePr>
          <p:nvPr>
            <p:extLst>
              <p:ext uri="{D42A27DB-BD31-4B8C-83A1-F6EECF244321}">
                <p14:modId xmlns:p14="http://schemas.microsoft.com/office/powerpoint/2010/main" val="305590920"/>
              </p:ext>
            </p:extLst>
          </p:nvPr>
        </p:nvGraphicFramePr>
        <p:xfrm>
          <a:off x="868680" y="2194560"/>
          <a:ext cx="3337559" cy="1389888"/>
        </p:xfrm>
        <a:graphic>
          <a:graphicData uri="http://schemas.openxmlformats.org/drawingml/2006/table">
            <a:tbl>
              <a:tblPr firstRow="1" bandRow="1">
                <a:tableStyleId>{5C22544A-7EE6-4342-B048-85BDC9FD1C3A}</a:tableStyleId>
              </a:tblPr>
              <a:tblGrid>
                <a:gridCol w="981635">
                  <a:extLst>
                    <a:ext uri="{9D8B030D-6E8A-4147-A177-3AD203B41FA5}">
                      <a16:colId xmlns:a16="http://schemas.microsoft.com/office/drawing/2014/main" val="20000"/>
                    </a:ext>
                  </a:extLst>
                </a:gridCol>
                <a:gridCol w="981635">
                  <a:extLst>
                    <a:ext uri="{9D8B030D-6E8A-4147-A177-3AD203B41FA5}">
                      <a16:colId xmlns:a16="http://schemas.microsoft.com/office/drawing/2014/main" val="20001"/>
                    </a:ext>
                  </a:extLst>
                </a:gridCol>
                <a:gridCol w="1374289">
                  <a:extLst>
                    <a:ext uri="{9D8B030D-6E8A-4147-A177-3AD203B41FA5}">
                      <a16:colId xmlns:a16="http://schemas.microsoft.com/office/drawing/2014/main" val="20002"/>
                    </a:ext>
                  </a:extLst>
                </a:gridCol>
              </a:tblGrid>
              <a:tr h="402336">
                <a:tc>
                  <a:txBody>
                    <a:bodyPr/>
                    <a:lstStyle/>
                    <a:p>
                      <a:pPr marL="0" indent="0">
                        <a:lnSpc>
                          <a:spcPct val="100000"/>
                        </a:lnSpc>
                        <a:spcBef>
                          <a:spcPts val="0"/>
                        </a:spcBef>
                        <a:defRPr sz="1800" b="1">
                          <a:solidFill>
                            <a:srgbClr val="FFFFFF"/>
                          </a:solidFill>
                          <a:latin typeface="+mn-lt"/>
                        </a:defRPr>
                      </a:pPr>
                      <a:r>
                        <a:rPr lang="es-MX"/>
                        <a:t>Matrícula</a:t>
                      </a:r>
                    </a:p>
                  </a:txBody>
                  <a:tcPr marR="54864" marT="22860" marB="13716">
                    <a:solidFill>
                      <a:srgbClr val="1D4093"/>
                    </a:solidFill>
                  </a:tcPr>
                </a:tc>
                <a:tc>
                  <a:txBody>
                    <a:bodyPr/>
                    <a:lstStyle/>
                    <a:p>
                      <a:pPr marL="0" indent="0">
                        <a:lnSpc>
                          <a:spcPct val="100000"/>
                        </a:lnSpc>
                        <a:spcBef>
                          <a:spcPts val="0"/>
                        </a:spcBef>
                        <a:defRPr sz="1800" b="1">
                          <a:solidFill>
                            <a:srgbClr val="FFFFFF"/>
                          </a:solidFill>
                          <a:latin typeface="+mn-lt"/>
                        </a:defRPr>
                      </a:pPr>
                      <a:r>
                        <a:rPr lang="es-MX"/>
                        <a:t>Est.</a:t>
                      </a:r>
                    </a:p>
                  </a:txBody>
                  <a:tcPr marR="54864" marT="22860" marB="13716">
                    <a:solidFill>
                      <a:srgbClr val="1D4093"/>
                    </a:solidFill>
                  </a:tcPr>
                </a:tc>
                <a:tc>
                  <a:txBody>
                    <a:bodyPr/>
                    <a:lstStyle/>
                    <a:p>
                      <a:pPr marL="0" indent="0">
                        <a:lnSpc>
                          <a:spcPct val="100000"/>
                        </a:lnSpc>
                        <a:spcBef>
                          <a:spcPts val="0"/>
                        </a:spcBef>
                        <a:defRPr sz="1800" b="1">
                          <a:solidFill>
                            <a:srgbClr val="FFFFFF"/>
                          </a:solidFill>
                          <a:latin typeface="+mn-lt"/>
                        </a:defRPr>
                      </a:pPr>
                      <a:r>
                        <a:rPr lang="es-MX"/>
                        <a:t>Periodo</a:t>
                      </a:r>
                    </a:p>
                  </a:txBody>
                  <a:tcPr marR="54864" marT="22860" marB="13716">
                    <a:solidFill>
                      <a:srgbClr val="1D4093"/>
                    </a:solidFill>
                  </a:tcPr>
                </a:tc>
                <a:extLst>
                  <a:ext uri="{0D108BD9-81ED-4DB2-BD59-A6C34878D82A}">
                    <a16:rowId xmlns:a16="http://schemas.microsoft.com/office/drawing/2014/main" val="10000"/>
                  </a:ext>
                </a:extLst>
              </a:tr>
              <a:tr h="402336">
                <a:tc>
                  <a:txBody>
                    <a:bodyPr/>
                    <a:lstStyle/>
                    <a:p>
                      <a:pPr marL="0" indent="0">
                        <a:lnSpc>
                          <a:spcPct val="100000"/>
                        </a:lnSpc>
                        <a:spcBef>
                          <a:spcPts val="0"/>
                        </a:spcBef>
                        <a:defRPr sz="1800" b="0">
                          <a:solidFill>
                            <a:srgbClr val="0E2841"/>
                          </a:solidFill>
                          <a:latin typeface="+mn-lt"/>
                        </a:defRPr>
                      </a:pPr>
                      <a:r>
                        <a:rPr lang="es-MX"/>
                        <a:t>L1</a:t>
                      </a:r>
                    </a:p>
                  </a:txBody>
                  <a:tcPr marR="54864" marT="22860" marB="13716">
                    <a:solidFill>
                      <a:srgbClr val="EAF5FA"/>
                    </a:solidFill>
                  </a:tcPr>
                </a:tc>
                <a:tc>
                  <a:txBody>
                    <a:bodyPr/>
                    <a:lstStyle/>
                    <a:p>
                      <a:pPr marL="0" indent="0">
                        <a:lnSpc>
                          <a:spcPct val="100000"/>
                        </a:lnSpc>
                        <a:spcBef>
                          <a:spcPts val="0"/>
                        </a:spcBef>
                        <a:defRPr sz="1800" b="0">
                          <a:solidFill>
                            <a:srgbClr val="0E2841"/>
                          </a:solidFill>
                          <a:latin typeface="+mn-lt"/>
                        </a:defRPr>
                      </a:pPr>
                      <a:r>
                        <a:rPr lang="es-MX"/>
                        <a:t>E1</a:t>
                      </a:r>
                    </a:p>
                  </a:txBody>
                  <a:tcPr marR="54864" marT="22860" marB="13716">
                    <a:solidFill>
                      <a:srgbClr val="EAF5FA"/>
                    </a:solidFill>
                  </a:tcPr>
                </a:tc>
                <a:tc>
                  <a:txBody>
                    <a:bodyPr/>
                    <a:lstStyle/>
                    <a:p>
                      <a:pPr marL="0" indent="0">
                        <a:lnSpc>
                          <a:spcPct val="100000"/>
                        </a:lnSpc>
                        <a:spcBef>
                          <a:spcPts val="0"/>
                        </a:spcBef>
                        <a:defRPr sz="1800" b="0">
                          <a:solidFill>
                            <a:srgbClr val="0E2841"/>
                          </a:solidFill>
                          <a:latin typeface="+mn-lt"/>
                        </a:defRPr>
                      </a:pPr>
                      <a:r>
                        <a:rPr lang="es-MX"/>
                        <a:t>2026-1</a:t>
                      </a:r>
                    </a:p>
                  </a:txBody>
                  <a:tcPr marR="54864" marT="22860" marB="13716">
                    <a:solidFill>
                      <a:srgbClr val="EAF5FA"/>
                    </a:solidFill>
                  </a:tcPr>
                </a:tc>
                <a:extLst>
                  <a:ext uri="{0D108BD9-81ED-4DB2-BD59-A6C34878D82A}">
                    <a16:rowId xmlns:a16="http://schemas.microsoft.com/office/drawing/2014/main" val="10001"/>
                  </a:ext>
                </a:extLst>
              </a:tr>
              <a:tr h="402336">
                <a:tc>
                  <a:txBody>
                    <a:bodyPr/>
                    <a:lstStyle/>
                    <a:p>
                      <a:pPr marL="0" indent="0">
                        <a:lnSpc>
                          <a:spcPct val="100000"/>
                        </a:lnSpc>
                        <a:spcBef>
                          <a:spcPts val="0"/>
                        </a:spcBef>
                        <a:defRPr sz="1800" b="0">
                          <a:solidFill>
                            <a:srgbClr val="0E2841"/>
                          </a:solidFill>
                          <a:latin typeface="+mn-lt"/>
                        </a:defRPr>
                      </a:pPr>
                      <a:r>
                        <a:rPr lang="es-MX"/>
                        <a:t>L2</a:t>
                      </a:r>
                    </a:p>
                  </a:txBody>
                  <a:tcPr marR="54864" marT="22860" marB="13716">
                    <a:solidFill>
                      <a:srgbClr val="F7FAFC"/>
                    </a:solidFill>
                  </a:tcPr>
                </a:tc>
                <a:tc>
                  <a:txBody>
                    <a:bodyPr/>
                    <a:lstStyle/>
                    <a:p>
                      <a:pPr marL="0" indent="0">
                        <a:lnSpc>
                          <a:spcPct val="100000"/>
                        </a:lnSpc>
                        <a:spcBef>
                          <a:spcPts val="0"/>
                        </a:spcBef>
                        <a:defRPr sz="1800" b="0">
                          <a:solidFill>
                            <a:srgbClr val="0E2841"/>
                          </a:solidFill>
                          <a:latin typeface="+mn-lt"/>
                        </a:defRPr>
                      </a:pPr>
                      <a:r>
                        <a:rPr lang="es-MX"/>
                        <a:t>E2</a:t>
                      </a:r>
                    </a:p>
                  </a:txBody>
                  <a:tcPr marR="54864" marT="22860" marB="13716">
                    <a:solidFill>
                      <a:srgbClr val="F7FAFC"/>
                    </a:solidFill>
                  </a:tcPr>
                </a:tc>
                <a:tc>
                  <a:txBody>
                    <a:bodyPr/>
                    <a:lstStyle/>
                    <a:p>
                      <a:pPr marL="0" indent="0">
                        <a:lnSpc>
                          <a:spcPct val="100000"/>
                        </a:lnSpc>
                        <a:spcBef>
                          <a:spcPts val="0"/>
                        </a:spcBef>
                        <a:defRPr sz="1800" b="0">
                          <a:solidFill>
                            <a:srgbClr val="0E2841"/>
                          </a:solidFill>
                          <a:latin typeface="+mn-lt"/>
                        </a:defRPr>
                      </a:pPr>
                      <a:r>
                        <a:rPr lang="es-MX"/>
                        <a:t>2026-1</a:t>
                      </a:r>
                    </a:p>
                  </a:txBody>
                  <a:tcPr marR="54864" marT="22860" marB="13716">
                    <a:solidFill>
                      <a:srgbClr val="F7FAFC"/>
                    </a:solidFill>
                  </a:tcPr>
                </a:tc>
                <a:extLst>
                  <a:ext uri="{0D108BD9-81ED-4DB2-BD59-A6C34878D82A}">
                    <a16:rowId xmlns:a16="http://schemas.microsoft.com/office/drawing/2014/main" val="10002"/>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349492754"/>
              </p:ext>
            </p:extLst>
          </p:nvPr>
        </p:nvGraphicFramePr>
        <p:xfrm>
          <a:off x="4617720" y="2194560"/>
          <a:ext cx="3337559" cy="987552"/>
        </p:xfrm>
        <a:graphic>
          <a:graphicData uri="http://schemas.openxmlformats.org/drawingml/2006/table">
            <a:tbl>
              <a:tblPr firstRow="1" bandRow="1">
                <a:tableStyleId>{5C22544A-7EE6-4342-B048-85BDC9FD1C3A}</a:tableStyleId>
              </a:tblPr>
              <a:tblGrid>
                <a:gridCol w="981635">
                  <a:extLst>
                    <a:ext uri="{9D8B030D-6E8A-4147-A177-3AD203B41FA5}">
                      <a16:colId xmlns:a16="http://schemas.microsoft.com/office/drawing/2014/main" val="20000"/>
                    </a:ext>
                  </a:extLst>
                </a:gridCol>
                <a:gridCol w="981635">
                  <a:extLst>
                    <a:ext uri="{9D8B030D-6E8A-4147-A177-3AD203B41FA5}">
                      <a16:colId xmlns:a16="http://schemas.microsoft.com/office/drawing/2014/main" val="20001"/>
                    </a:ext>
                  </a:extLst>
                </a:gridCol>
                <a:gridCol w="1374289">
                  <a:extLst>
                    <a:ext uri="{9D8B030D-6E8A-4147-A177-3AD203B41FA5}">
                      <a16:colId xmlns:a16="http://schemas.microsoft.com/office/drawing/2014/main" val="20002"/>
                    </a:ext>
                  </a:extLst>
                </a:gridCol>
              </a:tblGrid>
              <a:tr h="402336">
                <a:tc>
                  <a:txBody>
                    <a:bodyPr/>
                    <a:lstStyle/>
                    <a:p>
                      <a:pPr marL="0" indent="0">
                        <a:lnSpc>
                          <a:spcPct val="100000"/>
                        </a:lnSpc>
                        <a:spcBef>
                          <a:spcPts val="0"/>
                        </a:spcBef>
                        <a:defRPr sz="1800" b="1">
                          <a:solidFill>
                            <a:srgbClr val="FFFFFF"/>
                          </a:solidFill>
                          <a:latin typeface="+mn-lt"/>
                        </a:defRPr>
                      </a:pPr>
                      <a:r>
                        <a:rPr lang="es-MX"/>
                        <a:t>Matrícula</a:t>
                      </a:r>
                    </a:p>
                  </a:txBody>
                  <a:tcPr marR="54864" marT="22860" marB="13716">
                    <a:solidFill>
                      <a:srgbClr val="1D4093"/>
                    </a:solidFill>
                  </a:tcPr>
                </a:tc>
                <a:tc>
                  <a:txBody>
                    <a:bodyPr/>
                    <a:lstStyle/>
                    <a:p>
                      <a:pPr marL="0" indent="0">
                        <a:lnSpc>
                          <a:spcPct val="100000"/>
                        </a:lnSpc>
                        <a:spcBef>
                          <a:spcPts val="0"/>
                        </a:spcBef>
                        <a:defRPr sz="1800" b="1">
                          <a:solidFill>
                            <a:srgbClr val="FFFFFF"/>
                          </a:solidFill>
                          <a:latin typeface="+mn-lt"/>
                        </a:defRPr>
                      </a:pPr>
                      <a:r>
                        <a:rPr lang="es-MX"/>
                        <a:t>Est.</a:t>
                      </a:r>
                    </a:p>
                  </a:txBody>
                  <a:tcPr marR="54864" marT="22860" marB="13716">
                    <a:solidFill>
                      <a:srgbClr val="1D4093"/>
                    </a:solidFill>
                  </a:tcPr>
                </a:tc>
                <a:tc>
                  <a:txBody>
                    <a:bodyPr/>
                    <a:lstStyle/>
                    <a:p>
                      <a:pPr marL="0" indent="0">
                        <a:lnSpc>
                          <a:spcPct val="100000"/>
                        </a:lnSpc>
                        <a:spcBef>
                          <a:spcPts val="0"/>
                        </a:spcBef>
                        <a:defRPr sz="1800" b="1">
                          <a:solidFill>
                            <a:srgbClr val="FFFFFF"/>
                          </a:solidFill>
                          <a:latin typeface="+mn-lt"/>
                        </a:defRPr>
                      </a:pPr>
                      <a:r>
                        <a:rPr lang="es-MX"/>
                        <a:t>Periodo</a:t>
                      </a:r>
                    </a:p>
                  </a:txBody>
                  <a:tcPr marR="54864" marT="22860" marB="13716">
                    <a:solidFill>
                      <a:srgbClr val="1D4093"/>
                    </a:solidFill>
                  </a:tcPr>
                </a:tc>
                <a:extLst>
                  <a:ext uri="{0D108BD9-81ED-4DB2-BD59-A6C34878D82A}">
                    <a16:rowId xmlns:a16="http://schemas.microsoft.com/office/drawing/2014/main" val="10000"/>
                  </a:ext>
                </a:extLst>
              </a:tr>
              <a:tr h="402336">
                <a:tc>
                  <a:txBody>
                    <a:bodyPr/>
                    <a:lstStyle/>
                    <a:p>
                      <a:pPr marL="0" indent="0">
                        <a:lnSpc>
                          <a:spcPct val="100000"/>
                        </a:lnSpc>
                        <a:spcBef>
                          <a:spcPts val="0"/>
                        </a:spcBef>
                        <a:defRPr sz="1800" b="0">
                          <a:solidFill>
                            <a:srgbClr val="0E2841"/>
                          </a:solidFill>
                          <a:latin typeface="+mn-lt"/>
                        </a:defRPr>
                      </a:pPr>
                      <a:r>
                        <a:rPr lang="es-MX"/>
                        <a:t>L3</a:t>
                      </a:r>
                    </a:p>
                  </a:txBody>
                  <a:tcPr marR="54864" marT="22860" marB="13716">
                    <a:solidFill>
                      <a:srgbClr val="EAF5FA"/>
                    </a:solidFill>
                  </a:tcPr>
                </a:tc>
                <a:tc>
                  <a:txBody>
                    <a:bodyPr/>
                    <a:lstStyle/>
                    <a:p>
                      <a:pPr marL="0" indent="0">
                        <a:lnSpc>
                          <a:spcPct val="100000"/>
                        </a:lnSpc>
                        <a:spcBef>
                          <a:spcPts val="0"/>
                        </a:spcBef>
                        <a:defRPr sz="1800" b="0">
                          <a:solidFill>
                            <a:srgbClr val="0E2841"/>
                          </a:solidFill>
                          <a:latin typeface="+mn-lt"/>
                        </a:defRPr>
                      </a:pPr>
                      <a:r>
                        <a:rPr lang="es-MX"/>
                        <a:t>E1</a:t>
                      </a:r>
                    </a:p>
                  </a:txBody>
                  <a:tcPr marR="54864" marT="22860" marB="13716">
                    <a:solidFill>
                      <a:srgbClr val="EAF5FA"/>
                    </a:solidFill>
                  </a:tcPr>
                </a:tc>
                <a:tc>
                  <a:txBody>
                    <a:bodyPr/>
                    <a:lstStyle/>
                    <a:p>
                      <a:pPr marL="0" indent="0">
                        <a:lnSpc>
                          <a:spcPct val="100000"/>
                        </a:lnSpc>
                        <a:spcBef>
                          <a:spcPts val="0"/>
                        </a:spcBef>
                        <a:defRPr sz="1800" b="0">
                          <a:solidFill>
                            <a:srgbClr val="0E2841"/>
                          </a:solidFill>
                          <a:latin typeface="+mn-lt"/>
                        </a:defRPr>
                      </a:pPr>
                      <a:r>
                        <a:rPr lang="es-MX"/>
                        <a:t>2026-2</a:t>
                      </a:r>
                    </a:p>
                  </a:txBody>
                  <a:tcPr marR="54864" marT="22860" marB="13716">
                    <a:solidFill>
                      <a:srgbClr val="EAF5FA"/>
                    </a:solidFill>
                  </a:tcPr>
                </a:tc>
                <a:extLst>
                  <a:ext uri="{0D108BD9-81ED-4DB2-BD59-A6C34878D82A}">
                    <a16:rowId xmlns:a16="http://schemas.microsoft.com/office/drawing/2014/main" val="10001"/>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4152748690"/>
              </p:ext>
            </p:extLst>
          </p:nvPr>
        </p:nvGraphicFramePr>
        <p:xfrm>
          <a:off x="8275320" y="2194560"/>
          <a:ext cx="3063238" cy="1792224"/>
        </p:xfrm>
        <a:graphic>
          <a:graphicData uri="http://schemas.openxmlformats.org/drawingml/2006/table">
            <a:tbl>
              <a:tblPr firstRow="1" bandRow="1">
                <a:tableStyleId>{5C22544A-7EE6-4342-B048-85BDC9FD1C3A}</a:tableStyleId>
              </a:tblPr>
              <a:tblGrid>
                <a:gridCol w="900952">
                  <a:extLst>
                    <a:ext uri="{9D8B030D-6E8A-4147-A177-3AD203B41FA5}">
                      <a16:colId xmlns:a16="http://schemas.microsoft.com/office/drawing/2014/main" val="20000"/>
                    </a:ext>
                  </a:extLst>
                </a:gridCol>
                <a:gridCol w="900952">
                  <a:extLst>
                    <a:ext uri="{9D8B030D-6E8A-4147-A177-3AD203B41FA5}">
                      <a16:colId xmlns:a16="http://schemas.microsoft.com/office/drawing/2014/main" val="20001"/>
                    </a:ext>
                  </a:extLst>
                </a:gridCol>
                <a:gridCol w="1261334">
                  <a:extLst>
                    <a:ext uri="{9D8B030D-6E8A-4147-A177-3AD203B41FA5}">
                      <a16:colId xmlns:a16="http://schemas.microsoft.com/office/drawing/2014/main" val="20002"/>
                    </a:ext>
                  </a:extLst>
                </a:gridCol>
              </a:tblGrid>
              <a:tr h="402336">
                <a:tc>
                  <a:txBody>
                    <a:bodyPr/>
                    <a:lstStyle/>
                    <a:p>
                      <a:pPr marL="0" indent="0">
                        <a:lnSpc>
                          <a:spcPct val="100000"/>
                        </a:lnSpc>
                        <a:spcBef>
                          <a:spcPts val="0"/>
                        </a:spcBef>
                        <a:defRPr sz="1800" b="1">
                          <a:solidFill>
                            <a:srgbClr val="FFFFFF"/>
                          </a:solidFill>
                          <a:latin typeface="+mn-lt"/>
                        </a:defRPr>
                      </a:pPr>
                      <a:r>
                        <a:rPr lang="es-MX"/>
                        <a:t>Matrícula</a:t>
                      </a:r>
                    </a:p>
                  </a:txBody>
                  <a:tcPr marR="54864" marT="22860" marB="13716">
                    <a:solidFill>
                      <a:srgbClr val="1D4093"/>
                    </a:solidFill>
                  </a:tcPr>
                </a:tc>
                <a:tc>
                  <a:txBody>
                    <a:bodyPr/>
                    <a:lstStyle/>
                    <a:p>
                      <a:pPr marL="0" indent="0">
                        <a:lnSpc>
                          <a:spcPct val="100000"/>
                        </a:lnSpc>
                        <a:spcBef>
                          <a:spcPts val="0"/>
                        </a:spcBef>
                        <a:defRPr sz="1800" b="1">
                          <a:solidFill>
                            <a:srgbClr val="FFFFFF"/>
                          </a:solidFill>
                          <a:latin typeface="+mn-lt"/>
                        </a:defRPr>
                      </a:pPr>
                      <a:r>
                        <a:rPr lang="es-MX"/>
                        <a:t>Est.</a:t>
                      </a:r>
                    </a:p>
                  </a:txBody>
                  <a:tcPr marR="54864" marT="22860" marB="13716">
                    <a:solidFill>
                      <a:srgbClr val="1D4093"/>
                    </a:solidFill>
                  </a:tcPr>
                </a:tc>
                <a:tc>
                  <a:txBody>
                    <a:bodyPr/>
                    <a:lstStyle/>
                    <a:p>
                      <a:pPr marL="0" indent="0">
                        <a:lnSpc>
                          <a:spcPct val="100000"/>
                        </a:lnSpc>
                        <a:spcBef>
                          <a:spcPts val="0"/>
                        </a:spcBef>
                        <a:defRPr sz="1800" b="1">
                          <a:solidFill>
                            <a:srgbClr val="FFFFFF"/>
                          </a:solidFill>
                          <a:latin typeface="+mn-lt"/>
                        </a:defRPr>
                      </a:pPr>
                      <a:r>
                        <a:rPr lang="es-MX"/>
                        <a:t>Periodo</a:t>
                      </a:r>
                    </a:p>
                  </a:txBody>
                  <a:tcPr marR="54864" marT="22860" marB="13716">
                    <a:solidFill>
                      <a:srgbClr val="1D4093"/>
                    </a:solidFill>
                  </a:tcPr>
                </a:tc>
                <a:extLst>
                  <a:ext uri="{0D108BD9-81ED-4DB2-BD59-A6C34878D82A}">
                    <a16:rowId xmlns:a16="http://schemas.microsoft.com/office/drawing/2014/main" val="10000"/>
                  </a:ext>
                </a:extLst>
              </a:tr>
              <a:tr h="402336">
                <a:tc>
                  <a:txBody>
                    <a:bodyPr/>
                    <a:lstStyle/>
                    <a:p>
                      <a:pPr marL="0" indent="0">
                        <a:lnSpc>
                          <a:spcPct val="100000"/>
                        </a:lnSpc>
                        <a:spcBef>
                          <a:spcPts val="0"/>
                        </a:spcBef>
                        <a:defRPr sz="1800" b="0">
                          <a:solidFill>
                            <a:srgbClr val="0E2841"/>
                          </a:solidFill>
                          <a:latin typeface="+mn-lt"/>
                        </a:defRPr>
                      </a:pPr>
                      <a:r>
                        <a:rPr lang="es-MX"/>
                        <a:t>L1</a:t>
                      </a:r>
                    </a:p>
                  </a:txBody>
                  <a:tcPr marR="54864" marT="22860" marB="13716">
                    <a:solidFill>
                      <a:srgbClr val="EAF5FA"/>
                    </a:solidFill>
                  </a:tcPr>
                </a:tc>
                <a:tc>
                  <a:txBody>
                    <a:bodyPr/>
                    <a:lstStyle/>
                    <a:p>
                      <a:pPr marL="0" indent="0">
                        <a:lnSpc>
                          <a:spcPct val="100000"/>
                        </a:lnSpc>
                        <a:spcBef>
                          <a:spcPts val="0"/>
                        </a:spcBef>
                        <a:defRPr sz="1800" b="0">
                          <a:solidFill>
                            <a:srgbClr val="0E2841"/>
                          </a:solidFill>
                          <a:latin typeface="+mn-lt"/>
                        </a:defRPr>
                      </a:pPr>
                      <a:r>
                        <a:rPr lang="es-MX"/>
                        <a:t>E1</a:t>
                      </a:r>
                    </a:p>
                  </a:txBody>
                  <a:tcPr marR="54864" marT="22860" marB="13716">
                    <a:solidFill>
                      <a:srgbClr val="EAF5FA"/>
                    </a:solidFill>
                  </a:tcPr>
                </a:tc>
                <a:tc>
                  <a:txBody>
                    <a:bodyPr/>
                    <a:lstStyle/>
                    <a:p>
                      <a:pPr marL="0" indent="0">
                        <a:lnSpc>
                          <a:spcPct val="100000"/>
                        </a:lnSpc>
                        <a:spcBef>
                          <a:spcPts val="0"/>
                        </a:spcBef>
                        <a:defRPr sz="1800" b="0">
                          <a:solidFill>
                            <a:srgbClr val="0E2841"/>
                          </a:solidFill>
                          <a:latin typeface="+mn-lt"/>
                        </a:defRPr>
                      </a:pPr>
                      <a:r>
                        <a:rPr lang="es-MX"/>
                        <a:t>2026-1</a:t>
                      </a:r>
                    </a:p>
                  </a:txBody>
                  <a:tcPr marR="54864" marT="22860" marB="13716">
                    <a:solidFill>
                      <a:srgbClr val="EAF5FA"/>
                    </a:solidFill>
                  </a:tcPr>
                </a:tc>
                <a:extLst>
                  <a:ext uri="{0D108BD9-81ED-4DB2-BD59-A6C34878D82A}">
                    <a16:rowId xmlns:a16="http://schemas.microsoft.com/office/drawing/2014/main" val="10001"/>
                  </a:ext>
                </a:extLst>
              </a:tr>
              <a:tr h="402336">
                <a:tc>
                  <a:txBody>
                    <a:bodyPr/>
                    <a:lstStyle/>
                    <a:p>
                      <a:pPr marL="0" indent="0">
                        <a:lnSpc>
                          <a:spcPct val="100000"/>
                        </a:lnSpc>
                        <a:spcBef>
                          <a:spcPts val="0"/>
                        </a:spcBef>
                        <a:defRPr sz="1800" b="0">
                          <a:solidFill>
                            <a:srgbClr val="0E2841"/>
                          </a:solidFill>
                          <a:latin typeface="+mn-lt"/>
                        </a:defRPr>
                      </a:pPr>
                      <a:r>
                        <a:rPr lang="es-MX"/>
                        <a:t>L2</a:t>
                      </a:r>
                    </a:p>
                  </a:txBody>
                  <a:tcPr marR="54864" marT="22860" marB="13716">
                    <a:solidFill>
                      <a:srgbClr val="F7FAFC"/>
                    </a:solidFill>
                  </a:tcPr>
                </a:tc>
                <a:tc>
                  <a:txBody>
                    <a:bodyPr/>
                    <a:lstStyle/>
                    <a:p>
                      <a:pPr marL="0" indent="0">
                        <a:lnSpc>
                          <a:spcPct val="100000"/>
                        </a:lnSpc>
                        <a:spcBef>
                          <a:spcPts val="0"/>
                        </a:spcBef>
                        <a:defRPr sz="1800" b="0">
                          <a:solidFill>
                            <a:srgbClr val="0E2841"/>
                          </a:solidFill>
                          <a:latin typeface="+mn-lt"/>
                        </a:defRPr>
                      </a:pPr>
                      <a:r>
                        <a:rPr lang="es-MX"/>
                        <a:t>E2</a:t>
                      </a:r>
                    </a:p>
                  </a:txBody>
                  <a:tcPr marR="54864" marT="22860" marB="13716">
                    <a:solidFill>
                      <a:srgbClr val="F7FAFC"/>
                    </a:solidFill>
                  </a:tcPr>
                </a:tc>
                <a:tc>
                  <a:txBody>
                    <a:bodyPr/>
                    <a:lstStyle/>
                    <a:p>
                      <a:pPr marL="0" indent="0">
                        <a:lnSpc>
                          <a:spcPct val="100000"/>
                        </a:lnSpc>
                        <a:spcBef>
                          <a:spcPts val="0"/>
                        </a:spcBef>
                        <a:defRPr sz="1800" b="0">
                          <a:solidFill>
                            <a:srgbClr val="0E2841"/>
                          </a:solidFill>
                          <a:latin typeface="+mn-lt"/>
                        </a:defRPr>
                      </a:pPr>
                      <a:r>
                        <a:rPr lang="es-MX"/>
                        <a:t>2026-1</a:t>
                      </a:r>
                    </a:p>
                  </a:txBody>
                  <a:tcPr marR="54864" marT="22860" marB="13716">
                    <a:solidFill>
                      <a:srgbClr val="F7FAFC"/>
                    </a:solidFill>
                  </a:tcPr>
                </a:tc>
                <a:extLst>
                  <a:ext uri="{0D108BD9-81ED-4DB2-BD59-A6C34878D82A}">
                    <a16:rowId xmlns:a16="http://schemas.microsoft.com/office/drawing/2014/main" val="10002"/>
                  </a:ext>
                </a:extLst>
              </a:tr>
              <a:tr h="402336">
                <a:tc>
                  <a:txBody>
                    <a:bodyPr/>
                    <a:lstStyle/>
                    <a:p>
                      <a:pPr marL="0" indent="0">
                        <a:lnSpc>
                          <a:spcPct val="100000"/>
                        </a:lnSpc>
                        <a:spcBef>
                          <a:spcPts val="0"/>
                        </a:spcBef>
                        <a:defRPr sz="1800" b="0">
                          <a:solidFill>
                            <a:srgbClr val="0E2841"/>
                          </a:solidFill>
                          <a:latin typeface="+mn-lt"/>
                        </a:defRPr>
                      </a:pPr>
                      <a:r>
                        <a:rPr lang="es-MX"/>
                        <a:t>L3</a:t>
                      </a:r>
                    </a:p>
                  </a:txBody>
                  <a:tcPr marR="54864" marT="22860" marB="13716">
                    <a:solidFill>
                      <a:srgbClr val="EAF5FA"/>
                    </a:solidFill>
                  </a:tcPr>
                </a:tc>
                <a:tc>
                  <a:txBody>
                    <a:bodyPr/>
                    <a:lstStyle/>
                    <a:p>
                      <a:pPr marL="0" indent="0">
                        <a:lnSpc>
                          <a:spcPct val="100000"/>
                        </a:lnSpc>
                        <a:spcBef>
                          <a:spcPts val="0"/>
                        </a:spcBef>
                        <a:defRPr sz="1800" b="0">
                          <a:solidFill>
                            <a:srgbClr val="0E2841"/>
                          </a:solidFill>
                          <a:latin typeface="+mn-lt"/>
                        </a:defRPr>
                      </a:pPr>
                      <a:r>
                        <a:rPr lang="es-MX"/>
                        <a:t>E1</a:t>
                      </a:r>
                    </a:p>
                  </a:txBody>
                  <a:tcPr marR="54864" marT="22860" marB="13716">
                    <a:solidFill>
                      <a:srgbClr val="EAF5FA"/>
                    </a:solidFill>
                  </a:tcPr>
                </a:tc>
                <a:tc>
                  <a:txBody>
                    <a:bodyPr/>
                    <a:lstStyle/>
                    <a:p>
                      <a:pPr marL="0" indent="0">
                        <a:lnSpc>
                          <a:spcPct val="100000"/>
                        </a:lnSpc>
                        <a:spcBef>
                          <a:spcPts val="0"/>
                        </a:spcBef>
                        <a:defRPr sz="1800" b="0">
                          <a:solidFill>
                            <a:srgbClr val="0E2841"/>
                          </a:solidFill>
                          <a:latin typeface="+mn-lt"/>
                        </a:defRPr>
                      </a:pPr>
                      <a:r>
                        <a:rPr lang="es-MX"/>
                        <a:t>2026-2</a:t>
                      </a:r>
                    </a:p>
                  </a:txBody>
                  <a:tcPr marR="54864" marT="22860" marB="13716">
                    <a:solidFill>
                      <a:srgbClr val="EAF5FA"/>
                    </a:solidFill>
                  </a:tcPr>
                </a:tc>
                <a:extLst>
                  <a:ext uri="{0D108BD9-81ED-4DB2-BD59-A6C34878D82A}">
                    <a16:rowId xmlns:a16="http://schemas.microsoft.com/office/drawing/2014/main" val="10003"/>
                  </a:ext>
                </a:extLst>
              </a:tr>
            </a:tbl>
          </a:graphicData>
        </a:graphic>
      </p:graphicFrame>
      <p:sp>
        <p:nvSpPr>
          <p:cNvPr id="9" name="TextBox 8"/>
          <p:cNvSpPr txBox="1"/>
          <p:nvPr/>
        </p:nvSpPr>
        <p:spPr>
          <a:xfrm>
            <a:off x="868680" y="4251960"/>
            <a:ext cx="10469880" cy="369332"/>
          </a:xfrm>
          <a:prstGeom prst="rect">
            <a:avLst/>
          </a:prstGeom>
          <a:noFill/>
        </p:spPr>
        <p:txBody>
          <a:bodyPr wrap="square" lIns="0" tIns="0" rIns="0" bIns="0">
            <a:spAutoFit/>
          </a:bodyPr>
          <a:lstStyle/>
          <a:p>
            <a:pPr marL="0" indent="0">
              <a:lnSpc>
                <a:spcPct val="100000"/>
              </a:lnSpc>
              <a:spcBef>
                <a:spcPts val="0"/>
              </a:spcBef>
              <a:defRPr sz="2000" b="0">
                <a:solidFill>
                  <a:srgbClr val="1D4093"/>
                </a:solidFill>
                <a:latin typeface="+mn-lt"/>
              </a:defRPr>
            </a:pPr>
            <a:r>
              <a:t>pd.concat([a, b], ignore_index=True)</a:t>
            </a:r>
            <a:endParaRPr lang="es-MX"/>
          </a:p>
        </p:txBody>
      </p:sp>
      <p:sp>
        <p:nvSpPr>
          <p:cNvPr id="10" name="TextBox 9"/>
          <p:cNvSpPr txBox="1"/>
          <p:nvPr/>
        </p:nvSpPr>
        <p:spPr>
          <a:xfrm>
            <a:off x="868680" y="4846320"/>
            <a:ext cx="10424160" cy="677108"/>
          </a:xfrm>
          <a:prstGeom prst="rect">
            <a:avLst/>
          </a:prstGeom>
          <a:noFill/>
        </p:spPr>
        <p:txBody>
          <a:bodyPr wrap="square" lIns="0" tIns="0" rIns="0" bIns="0">
            <a:spAutoFit/>
          </a:bodyPr>
          <a:lstStyle/>
          <a:p>
            <a:pPr marL="0" indent="0">
              <a:lnSpc>
                <a:spcPct val="100000"/>
              </a:lnSpc>
              <a:spcBef>
                <a:spcPts val="0"/>
              </a:spcBef>
              <a:defRPr sz="2000" b="0">
                <a:solidFill>
                  <a:srgbClr val="0E2841"/>
                </a:solidFill>
                <a:latin typeface="+mn-lt"/>
              </a:defRPr>
            </a:pPr>
            <a:r>
              <a:t>Mismas columnas, tipos y significado. E1 conserva sus dos matrículas.</a:t>
            </a:r>
            <a:endParaRPr lang="es-MX"/>
          </a:p>
          <a:p>
            <a:pPr marL="0" indent="0">
              <a:lnSpc>
                <a:spcPct val="100000"/>
              </a:lnSpc>
              <a:spcBef>
                <a:spcPts val="0"/>
              </a:spcBef>
              <a:defRPr sz="2000" b="0">
                <a:solidFill>
                  <a:srgbClr val="0E2841"/>
                </a:solidFill>
                <a:latin typeface="+mn-lt"/>
              </a:defRPr>
            </a:pPr>
            <a:r>
              <a:t>ignore_index renumera el índice, no elimina duplicados.</a:t>
            </a:r>
            <a:endParaRPr lang="es-MX"/>
          </a:p>
        </p:txBody>
      </p:sp>
    </p:spTree>
    <p:extLst>
      <p:ext uri="{BB962C8B-B14F-4D97-AF65-F5344CB8AC3E}">
        <p14:creationId xmlns:p14="http://schemas.microsoft.com/office/powerpoint/2010/main" val="3552669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AF289-A52A-C633-12F2-24C0B11D6253}"/>
              </a:ext>
            </a:extLst>
          </p:cNvPr>
          <p:cNvSpPr>
            <a:spLocks noGrp="1"/>
          </p:cNvSpPr>
          <p:nvPr>
            <p:ph type="title"/>
          </p:nvPr>
        </p:nvSpPr>
        <p:spPr/>
        <p:txBody>
          <a:bodyPr wrap="square" lIns="0" tIns="0" rIns="0" bIns="0"/>
          <a:lstStyle/>
          <a:p>
            <a:pPr marL="0" indent="0">
              <a:lnSpc>
                <a:spcPct val="100000"/>
              </a:lnSpc>
              <a:spcBef>
                <a:spcPts val="0"/>
              </a:spcBef>
              <a:defRPr sz="3200" b="1">
                <a:solidFill>
                  <a:srgbClr val="1D4093"/>
                </a:solidFill>
                <a:latin typeface="+mn-lt"/>
              </a:defRPr>
            </a:pPr>
            <a:r>
              <a:rPr lang="es-MX" sz="3200"/>
              <a:t>Concatenación horizontal</a:t>
            </a:r>
          </a:p>
        </p:txBody>
      </p:sp>
      <p:sp>
        <p:nvSpPr>
          <p:cNvPr id="3" name="TextBox 2"/>
          <p:cNvSpPr txBox="1"/>
          <p:nvPr/>
        </p:nvSpPr>
        <p:spPr>
          <a:xfrm>
            <a:off x="883920" y="1403939"/>
            <a:ext cx="4846320" cy="365760"/>
          </a:xfrm>
          <a:prstGeom prst="rect">
            <a:avLst/>
          </a:prstGeom>
          <a:noFill/>
        </p:spPr>
        <p:txBody>
          <a:bodyPr wrap="square" lIns="0" tIns="0" rIns="0" bIns="0">
            <a:spAutoFit/>
          </a:bodyPr>
          <a:lstStyle/>
          <a:p>
            <a:pPr marL="0" indent="0">
              <a:lnSpc>
                <a:spcPct val="100000"/>
              </a:lnSpc>
              <a:spcBef>
                <a:spcPts val="0"/>
              </a:spcBef>
              <a:defRPr sz="2000" b="1">
                <a:solidFill>
                  <a:srgbClr val="1D4093"/>
                </a:solidFill>
                <a:latin typeface="+mn-lt"/>
              </a:defRPr>
            </a:pPr>
            <a:r>
              <a:t>A: canal</a:t>
            </a:r>
            <a:endParaRPr lang="es-MX"/>
          </a:p>
        </p:txBody>
      </p:sp>
      <p:sp>
        <p:nvSpPr>
          <p:cNvPr id="4" name="TextBox 3"/>
          <p:cNvSpPr txBox="1"/>
          <p:nvPr/>
        </p:nvSpPr>
        <p:spPr>
          <a:xfrm>
            <a:off x="6324600" y="1403939"/>
            <a:ext cx="4846320" cy="365760"/>
          </a:xfrm>
          <a:prstGeom prst="rect">
            <a:avLst/>
          </a:prstGeom>
          <a:noFill/>
        </p:spPr>
        <p:txBody>
          <a:bodyPr wrap="square" lIns="0" tIns="0" rIns="0" bIns="0">
            <a:spAutoFit/>
          </a:bodyPr>
          <a:lstStyle/>
          <a:p>
            <a:pPr marL="0" indent="0">
              <a:lnSpc>
                <a:spcPct val="100000"/>
              </a:lnSpc>
              <a:spcBef>
                <a:spcPts val="0"/>
              </a:spcBef>
              <a:defRPr sz="2000" b="1">
                <a:solidFill>
                  <a:srgbClr val="1D4093"/>
                </a:solidFill>
                <a:latin typeface="+mn-lt"/>
              </a:defRPr>
            </a:pPr>
            <a:r>
              <a:t>B: contacto</a:t>
            </a:r>
            <a:endParaRPr lang="es-MX"/>
          </a:p>
        </p:txBody>
      </p:sp>
      <p:graphicFrame>
        <p:nvGraphicFramePr>
          <p:cNvPr id="5" name="Table 4"/>
          <p:cNvGraphicFramePr>
            <a:graphicFrameLocks noGrp="1"/>
          </p:cNvGraphicFramePr>
          <p:nvPr>
            <p:extLst>
              <p:ext uri="{D42A27DB-BD31-4B8C-83A1-F6EECF244321}">
                <p14:modId xmlns:p14="http://schemas.microsoft.com/office/powerpoint/2010/main" val="2006807671"/>
              </p:ext>
            </p:extLst>
          </p:nvPr>
        </p:nvGraphicFramePr>
        <p:xfrm>
          <a:off x="883920" y="1769699"/>
          <a:ext cx="4800600" cy="1207008"/>
        </p:xfrm>
        <a:graphic>
          <a:graphicData uri="http://schemas.openxmlformats.org/drawingml/2006/table">
            <a:tbl>
              <a:tblPr firstRow="1" bandRow="1">
                <a:tableStyleId>{5C22544A-7EE6-4342-B048-85BDC9FD1C3A}</a:tableStyleId>
              </a:tblPr>
              <a:tblGrid>
                <a:gridCol w="1200150">
                  <a:extLst>
                    <a:ext uri="{9D8B030D-6E8A-4147-A177-3AD203B41FA5}">
                      <a16:colId xmlns:a16="http://schemas.microsoft.com/office/drawing/2014/main" val="20000"/>
                    </a:ext>
                  </a:extLst>
                </a:gridCol>
                <a:gridCol w="1200150">
                  <a:extLst>
                    <a:ext uri="{9D8B030D-6E8A-4147-A177-3AD203B41FA5}">
                      <a16:colId xmlns:a16="http://schemas.microsoft.com/office/drawing/2014/main" val="20001"/>
                    </a:ext>
                  </a:extLst>
                </a:gridCol>
                <a:gridCol w="2400300">
                  <a:extLst>
                    <a:ext uri="{9D8B030D-6E8A-4147-A177-3AD203B41FA5}">
                      <a16:colId xmlns:a16="http://schemas.microsoft.com/office/drawing/2014/main" val="20002"/>
                    </a:ext>
                  </a:extLst>
                </a:gridCol>
              </a:tblGrid>
              <a:tr h="402336">
                <a:tc>
                  <a:txBody>
                    <a:bodyPr/>
                    <a:lstStyle/>
                    <a:p>
                      <a:pPr marL="0" indent="0">
                        <a:lnSpc>
                          <a:spcPct val="100000"/>
                        </a:lnSpc>
                        <a:spcBef>
                          <a:spcPts val="0"/>
                        </a:spcBef>
                        <a:defRPr sz="1800" b="1">
                          <a:solidFill>
                            <a:srgbClr val="FFFFFF"/>
                          </a:solidFill>
                          <a:latin typeface="+mn-lt"/>
                        </a:defRPr>
                      </a:pPr>
                      <a:r>
                        <a:rPr lang="es-MX"/>
                        <a:t>Índice</a:t>
                      </a:r>
                    </a:p>
                  </a:txBody>
                  <a:tcPr marR="54864" marT="22860" marB="13716">
                    <a:solidFill>
                      <a:srgbClr val="1D4093"/>
                    </a:solidFill>
                  </a:tcPr>
                </a:tc>
                <a:tc>
                  <a:txBody>
                    <a:bodyPr/>
                    <a:lstStyle/>
                    <a:p>
                      <a:pPr marL="0" indent="0">
                        <a:lnSpc>
                          <a:spcPct val="100000"/>
                        </a:lnSpc>
                        <a:spcBef>
                          <a:spcPts val="0"/>
                        </a:spcBef>
                        <a:defRPr sz="1800" b="1">
                          <a:solidFill>
                            <a:srgbClr val="FFFFFF"/>
                          </a:solidFill>
                          <a:latin typeface="+mn-lt"/>
                        </a:defRPr>
                      </a:pPr>
                      <a:r>
                        <a:rPr lang="es-MX"/>
                        <a:t>id_A</a:t>
                      </a:r>
                    </a:p>
                  </a:txBody>
                  <a:tcPr marR="54864" marT="22860" marB="13716">
                    <a:solidFill>
                      <a:srgbClr val="27A1DC"/>
                    </a:solidFill>
                  </a:tcPr>
                </a:tc>
                <a:tc>
                  <a:txBody>
                    <a:bodyPr/>
                    <a:lstStyle/>
                    <a:p>
                      <a:pPr marL="0" indent="0">
                        <a:lnSpc>
                          <a:spcPct val="100000"/>
                        </a:lnSpc>
                        <a:spcBef>
                          <a:spcPts val="0"/>
                        </a:spcBef>
                        <a:defRPr sz="1800" b="1">
                          <a:solidFill>
                            <a:srgbClr val="FFFFFF"/>
                          </a:solidFill>
                          <a:latin typeface="+mn-lt"/>
                        </a:defRPr>
                      </a:pPr>
                      <a:r>
                        <a:rPr lang="es-MX"/>
                        <a:t>Canal</a:t>
                      </a:r>
                    </a:p>
                  </a:txBody>
                  <a:tcPr marR="54864" marT="22860" marB="13716">
                    <a:solidFill>
                      <a:srgbClr val="1D4093"/>
                    </a:solidFill>
                  </a:tcPr>
                </a:tc>
                <a:extLst>
                  <a:ext uri="{0D108BD9-81ED-4DB2-BD59-A6C34878D82A}">
                    <a16:rowId xmlns:a16="http://schemas.microsoft.com/office/drawing/2014/main" val="10000"/>
                  </a:ext>
                </a:extLst>
              </a:tr>
              <a:tr h="402336">
                <a:tc>
                  <a:txBody>
                    <a:bodyPr/>
                    <a:lstStyle/>
                    <a:p>
                      <a:pPr marL="0" indent="0">
                        <a:lnSpc>
                          <a:spcPct val="100000"/>
                        </a:lnSpc>
                        <a:spcBef>
                          <a:spcPts val="0"/>
                        </a:spcBef>
                        <a:defRPr sz="1800" b="0">
                          <a:solidFill>
                            <a:srgbClr val="0E2841"/>
                          </a:solidFill>
                          <a:latin typeface="+mn-lt"/>
                        </a:defRPr>
                      </a:pPr>
                      <a:r>
                        <a:rPr lang="es-MX"/>
                        <a:t>0</a:t>
                      </a:r>
                    </a:p>
                  </a:txBody>
                  <a:tcPr marR="54864" marT="22860" marB="13716">
                    <a:solidFill>
                      <a:srgbClr val="EAF5FA"/>
                    </a:solidFill>
                  </a:tcPr>
                </a:tc>
                <a:tc>
                  <a:txBody>
                    <a:bodyPr/>
                    <a:lstStyle/>
                    <a:p>
                      <a:pPr marL="0" indent="0">
                        <a:lnSpc>
                          <a:spcPct val="100000"/>
                        </a:lnSpc>
                        <a:spcBef>
                          <a:spcPts val="0"/>
                        </a:spcBef>
                        <a:defRPr sz="1800" b="0">
                          <a:solidFill>
                            <a:srgbClr val="0E2841"/>
                          </a:solidFill>
                          <a:latin typeface="+mn-lt"/>
                        </a:defRPr>
                      </a:pPr>
                      <a:r>
                        <a:rPr lang="es-MX"/>
                        <a:t>E1</a:t>
                      </a:r>
                    </a:p>
                  </a:txBody>
                  <a:tcPr marR="54864" marT="22860" marB="13716">
                    <a:solidFill>
                      <a:srgbClr val="DBF2FC"/>
                    </a:solidFill>
                  </a:tcPr>
                </a:tc>
                <a:tc>
                  <a:txBody>
                    <a:bodyPr/>
                    <a:lstStyle/>
                    <a:p>
                      <a:pPr marL="0" indent="0">
                        <a:lnSpc>
                          <a:spcPct val="100000"/>
                        </a:lnSpc>
                        <a:spcBef>
                          <a:spcPts val="0"/>
                        </a:spcBef>
                        <a:defRPr sz="1800" b="0">
                          <a:solidFill>
                            <a:srgbClr val="0E2841"/>
                          </a:solidFill>
                          <a:latin typeface="+mn-lt"/>
                        </a:defRPr>
                      </a:pPr>
                      <a:r>
                        <a:rPr lang="es-MX"/>
                        <a:t>Web</a:t>
                      </a:r>
                    </a:p>
                  </a:txBody>
                  <a:tcPr marR="54864" marT="22860" marB="13716">
                    <a:solidFill>
                      <a:srgbClr val="EAF5FA"/>
                    </a:solidFill>
                  </a:tcPr>
                </a:tc>
                <a:extLst>
                  <a:ext uri="{0D108BD9-81ED-4DB2-BD59-A6C34878D82A}">
                    <a16:rowId xmlns:a16="http://schemas.microsoft.com/office/drawing/2014/main" val="10001"/>
                  </a:ext>
                </a:extLst>
              </a:tr>
              <a:tr h="402336">
                <a:tc>
                  <a:txBody>
                    <a:bodyPr/>
                    <a:lstStyle/>
                    <a:p>
                      <a:pPr marL="0" indent="0">
                        <a:lnSpc>
                          <a:spcPct val="100000"/>
                        </a:lnSpc>
                        <a:spcBef>
                          <a:spcPts val="0"/>
                        </a:spcBef>
                        <a:defRPr sz="1800" b="0">
                          <a:solidFill>
                            <a:srgbClr val="0E2841"/>
                          </a:solidFill>
                          <a:latin typeface="+mn-lt"/>
                        </a:defRPr>
                      </a:pPr>
                      <a:r>
                        <a:rPr lang="es-MX"/>
                        <a:t>1</a:t>
                      </a:r>
                    </a:p>
                  </a:txBody>
                  <a:tcPr marR="54864" marT="22860" marB="13716">
                    <a:solidFill>
                      <a:srgbClr val="F7FAFC"/>
                    </a:solidFill>
                  </a:tcPr>
                </a:tc>
                <a:tc>
                  <a:txBody>
                    <a:bodyPr/>
                    <a:lstStyle/>
                    <a:p>
                      <a:pPr marL="0" indent="0">
                        <a:lnSpc>
                          <a:spcPct val="100000"/>
                        </a:lnSpc>
                        <a:spcBef>
                          <a:spcPts val="0"/>
                        </a:spcBef>
                        <a:defRPr sz="1800" b="0">
                          <a:solidFill>
                            <a:srgbClr val="0E2841"/>
                          </a:solidFill>
                          <a:latin typeface="+mn-lt"/>
                        </a:defRPr>
                      </a:pPr>
                      <a:r>
                        <a:rPr lang="es-MX"/>
                        <a:t>E2</a:t>
                      </a:r>
                    </a:p>
                  </a:txBody>
                  <a:tcPr marR="54864" marT="22860" marB="13716">
                    <a:solidFill>
                      <a:srgbClr val="DBF2FC"/>
                    </a:solidFill>
                  </a:tcPr>
                </a:tc>
                <a:tc>
                  <a:txBody>
                    <a:bodyPr/>
                    <a:lstStyle/>
                    <a:p>
                      <a:pPr marL="0" indent="0">
                        <a:lnSpc>
                          <a:spcPct val="100000"/>
                        </a:lnSpc>
                        <a:spcBef>
                          <a:spcPts val="0"/>
                        </a:spcBef>
                        <a:defRPr sz="1800" b="0">
                          <a:solidFill>
                            <a:srgbClr val="0E2841"/>
                          </a:solidFill>
                          <a:latin typeface="+mn-lt"/>
                        </a:defRPr>
                      </a:pPr>
                      <a:r>
                        <a:rPr lang="es-MX"/>
                        <a:t>Sede</a:t>
                      </a:r>
                    </a:p>
                  </a:txBody>
                  <a:tcPr marR="54864" marT="22860" marB="13716">
                    <a:solidFill>
                      <a:srgbClr val="F7FAFC"/>
                    </a:solidFill>
                  </a:tcPr>
                </a:tc>
                <a:extLst>
                  <a:ext uri="{0D108BD9-81ED-4DB2-BD59-A6C34878D82A}">
                    <a16:rowId xmlns:a16="http://schemas.microsoft.com/office/drawing/2014/main" val="10002"/>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4160455197"/>
              </p:ext>
            </p:extLst>
          </p:nvPr>
        </p:nvGraphicFramePr>
        <p:xfrm>
          <a:off x="6324600" y="1769699"/>
          <a:ext cx="5029200" cy="1207008"/>
        </p:xfrm>
        <a:graphic>
          <a:graphicData uri="http://schemas.openxmlformats.org/drawingml/2006/table">
            <a:tbl>
              <a:tblPr firstRow="1" bandRow="1">
                <a:tableStyleId>{5C22544A-7EE6-4342-B048-85BDC9FD1C3A}</a:tableStyleId>
              </a:tblPr>
              <a:tblGrid>
                <a:gridCol w="1257300">
                  <a:extLst>
                    <a:ext uri="{9D8B030D-6E8A-4147-A177-3AD203B41FA5}">
                      <a16:colId xmlns:a16="http://schemas.microsoft.com/office/drawing/2014/main" val="20000"/>
                    </a:ext>
                  </a:extLst>
                </a:gridCol>
                <a:gridCol w="1257300">
                  <a:extLst>
                    <a:ext uri="{9D8B030D-6E8A-4147-A177-3AD203B41FA5}">
                      <a16:colId xmlns:a16="http://schemas.microsoft.com/office/drawing/2014/main" val="20001"/>
                    </a:ext>
                  </a:extLst>
                </a:gridCol>
                <a:gridCol w="2514600">
                  <a:extLst>
                    <a:ext uri="{9D8B030D-6E8A-4147-A177-3AD203B41FA5}">
                      <a16:colId xmlns:a16="http://schemas.microsoft.com/office/drawing/2014/main" val="20002"/>
                    </a:ext>
                  </a:extLst>
                </a:gridCol>
              </a:tblGrid>
              <a:tr h="402336">
                <a:tc>
                  <a:txBody>
                    <a:bodyPr/>
                    <a:lstStyle/>
                    <a:p>
                      <a:pPr marL="0" indent="0">
                        <a:lnSpc>
                          <a:spcPct val="100000"/>
                        </a:lnSpc>
                        <a:spcBef>
                          <a:spcPts val="0"/>
                        </a:spcBef>
                        <a:defRPr sz="1800" b="1">
                          <a:solidFill>
                            <a:srgbClr val="FFFFFF"/>
                          </a:solidFill>
                          <a:latin typeface="+mn-lt"/>
                        </a:defRPr>
                      </a:pPr>
                      <a:r>
                        <a:rPr lang="es-MX"/>
                        <a:t>Índice</a:t>
                      </a:r>
                    </a:p>
                  </a:txBody>
                  <a:tcPr marR="54864" marT="22860" marB="13716">
                    <a:solidFill>
                      <a:srgbClr val="1D4093"/>
                    </a:solidFill>
                  </a:tcPr>
                </a:tc>
                <a:tc>
                  <a:txBody>
                    <a:bodyPr/>
                    <a:lstStyle/>
                    <a:p>
                      <a:pPr marL="0" indent="0">
                        <a:lnSpc>
                          <a:spcPct val="100000"/>
                        </a:lnSpc>
                        <a:spcBef>
                          <a:spcPts val="0"/>
                        </a:spcBef>
                        <a:defRPr sz="1800" b="1">
                          <a:solidFill>
                            <a:srgbClr val="FFFFFF"/>
                          </a:solidFill>
                          <a:latin typeface="+mn-lt"/>
                        </a:defRPr>
                      </a:pPr>
                      <a:r>
                        <a:rPr lang="es-MX"/>
                        <a:t>id_B</a:t>
                      </a:r>
                    </a:p>
                  </a:txBody>
                  <a:tcPr marR="54864" marT="22860" marB="13716">
                    <a:solidFill>
                      <a:srgbClr val="27A1DC"/>
                    </a:solidFill>
                  </a:tcPr>
                </a:tc>
                <a:tc>
                  <a:txBody>
                    <a:bodyPr/>
                    <a:lstStyle/>
                    <a:p>
                      <a:pPr marL="0" indent="0">
                        <a:lnSpc>
                          <a:spcPct val="100000"/>
                        </a:lnSpc>
                        <a:spcBef>
                          <a:spcPts val="0"/>
                        </a:spcBef>
                        <a:defRPr sz="1800" b="1">
                          <a:solidFill>
                            <a:srgbClr val="FFFFFF"/>
                          </a:solidFill>
                          <a:latin typeface="+mn-lt"/>
                        </a:defRPr>
                      </a:pPr>
                      <a:r>
                        <a:rPr lang="es-MX"/>
                        <a:t>Contacto</a:t>
                      </a:r>
                    </a:p>
                  </a:txBody>
                  <a:tcPr marR="54864" marT="22860" marB="13716">
                    <a:solidFill>
                      <a:srgbClr val="1D4093"/>
                    </a:solidFill>
                  </a:tcPr>
                </a:tc>
                <a:extLst>
                  <a:ext uri="{0D108BD9-81ED-4DB2-BD59-A6C34878D82A}">
                    <a16:rowId xmlns:a16="http://schemas.microsoft.com/office/drawing/2014/main" val="10000"/>
                  </a:ext>
                </a:extLst>
              </a:tr>
              <a:tr h="402336">
                <a:tc>
                  <a:txBody>
                    <a:bodyPr/>
                    <a:lstStyle/>
                    <a:p>
                      <a:pPr marL="0" indent="0">
                        <a:lnSpc>
                          <a:spcPct val="100000"/>
                        </a:lnSpc>
                        <a:spcBef>
                          <a:spcPts val="0"/>
                        </a:spcBef>
                        <a:defRPr sz="1800" b="0">
                          <a:solidFill>
                            <a:srgbClr val="0E2841"/>
                          </a:solidFill>
                          <a:latin typeface="+mn-lt"/>
                        </a:defRPr>
                      </a:pPr>
                      <a:r>
                        <a:rPr lang="es-MX"/>
                        <a:t>0</a:t>
                      </a:r>
                    </a:p>
                  </a:txBody>
                  <a:tcPr marR="54864" marT="22860" marB="13716">
                    <a:solidFill>
                      <a:srgbClr val="EAF5FA"/>
                    </a:solidFill>
                  </a:tcPr>
                </a:tc>
                <a:tc>
                  <a:txBody>
                    <a:bodyPr/>
                    <a:lstStyle/>
                    <a:p>
                      <a:pPr marL="0" indent="0">
                        <a:lnSpc>
                          <a:spcPct val="100000"/>
                        </a:lnSpc>
                        <a:spcBef>
                          <a:spcPts val="0"/>
                        </a:spcBef>
                        <a:defRPr sz="1800" b="0">
                          <a:solidFill>
                            <a:srgbClr val="0E2841"/>
                          </a:solidFill>
                          <a:latin typeface="+mn-lt"/>
                        </a:defRPr>
                      </a:pPr>
                      <a:r>
                        <a:rPr lang="es-MX"/>
                        <a:t>E2</a:t>
                      </a:r>
                    </a:p>
                  </a:txBody>
                  <a:tcPr marR="54864" marT="22860" marB="13716">
                    <a:solidFill>
                      <a:srgbClr val="DBF2FC"/>
                    </a:solidFill>
                  </a:tcPr>
                </a:tc>
                <a:tc>
                  <a:txBody>
                    <a:bodyPr/>
                    <a:lstStyle/>
                    <a:p>
                      <a:pPr marL="0" indent="0">
                        <a:lnSpc>
                          <a:spcPct val="100000"/>
                        </a:lnSpc>
                        <a:spcBef>
                          <a:spcPts val="0"/>
                        </a:spcBef>
                        <a:defRPr sz="1800" b="0">
                          <a:solidFill>
                            <a:srgbClr val="0E2841"/>
                          </a:solidFill>
                          <a:latin typeface="+mn-lt"/>
                        </a:defRPr>
                      </a:pPr>
                      <a:r>
                        <a:rPr lang="es-MX"/>
                        <a:t>SMS</a:t>
                      </a:r>
                    </a:p>
                  </a:txBody>
                  <a:tcPr marR="54864" marT="22860" marB="13716">
                    <a:solidFill>
                      <a:srgbClr val="EAF5FA"/>
                    </a:solidFill>
                  </a:tcPr>
                </a:tc>
                <a:extLst>
                  <a:ext uri="{0D108BD9-81ED-4DB2-BD59-A6C34878D82A}">
                    <a16:rowId xmlns:a16="http://schemas.microsoft.com/office/drawing/2014/main" val="10001"/>
                  </a:ext>
                </a:extLst>
              </a:tr>
              <a:tr h="402336">
                <a:tc>
                  <a:txBody>
                    <a:bodyPr/>
                    <a:lstStyle/>
                    <a:p>
                      <a:pPr marL="0" indent="0">
                        <a:lnSpc>
                          <a:spcPct val="100000"/>
                        </a:lnSpc>
                        <a:spcBef>
                          <a:spcPts val="0"/>
                        </a:spcBef>
                        <a:defRPr sz="1800" b="0">
                          <a:solidFill>
                            <a:srgbClr val="0E2841"/>
                          </a:solidFill>
                          <a:latin typeface="+mn-lt"/>
                        </a:defRPr>
                      </a:pPr>
                      <a:r>
                        <a:rPr lang="es-MX"/>
                        <a:t>1</a:t>
                      </a:r>
                    </a:p>
                  </a:txBody>
                  <a:tcPr marR="54864" marT="22860" marB="13716">
                    <a:solidFill>
                      <a:srgbClr val="F7FAFC"/>
                    </a:solidFill>
                  </a:tcPr>
                </a:tc>
                <a:tc>
                  <a:txBody>
                    <a:bodyPr/>
                    <a:lstStyle/>
                    <a:p>
                      <a:pPr marL="0" indent="0">
                        <a:lnSpc>
                          <a:spcPct val="100000"/>
                        </a:lnSpc>
                        <a:spcBef>
                          <a:spcPts val="0"/>
                        </a:spcBef>
                        <a:defRPr sz="1800" b="0">
                          <a:solidFill>
                            <a:srgbClr val="0E2841"/>
                          </a:solidFill>
                          <a:latin typeface="+mn-lt"/>
                        </a:defRPr>
                      </a:pPr>
                      <a:r>
                        <a:rPr lang="es-MX"/>
                        <a:t>E1</a:t>
                      </a:r>
                    </a:p>
                  </a:txBody>
                  <a:tcPr marR="54864" marT="22860" marB="13716">
                    <a:solidFill>
                      <a:srgbClr val="DBF2FC"/>
                    </a:solidFill>
                  </a:tcPr>
                </a:tc>
                <a:tc>
                  <a:txBody>
                    <a:bodyPr/>
                    <a:lstStyle/>
                    <a:p>
                      <a:pPr marL="0" indent="0">
                        <a:lnSpc>
                          <a:spcPct val="100000"/>
                        </a:lnSpc>
                        <a:spcBef>
                          <a:spcPts val="0"/>
                        </a:spcBef>
                        <a:defRPr sz="1800" b="0">
                          <a:solidFill>
                            <a:srgbClr val="0E2841"/>
                          </a:solidFill>
                          <a:latin typeface="+mn-lt"/>
                        </a:defRPr>
                      </a:pPr>
                      <a:r>
                        <a:rPr lang="es-MX"/>
                        <a:t>Correo</a:t>
                      </a:r>
                    </a:p>
                  </a:txBody>
                  <a:tcPr marR="54864" marT="22860" marB="13716">
                    <a:solidFill>
                      <a:srgbClr val="F7FAFC"/>
                    </a:solidFill>
                  </a:tcPr>
                </a:tc>
                <a:extLst>
                  <a:ext uri="{0D108BD9-81ED-4DB2-BD59-A6C34878D82A}">
                    <a16:rowId xmlns:a16="http://schemas.microsoft.com/office/drawing/2014/main" val="10002"/>
                  </a:ext>
                </a:extLst>
              </a:tr>
            </a:tbl>
          </a:graphicData>
        </a:graphic>
      </p:graphicFrame>
      <p:sp>
        <p:nvSpPr>
          <p:cNvPr id="7" name="TextBox 6"/>
          <p:cNvSpPr txBox="1"/>
          <p:nvPr/>
        </p:nvSpPr>
        <p:spPr>
          <a:xfrm>
            <a:off x="883920" y="3141299"/>
            <a:ext cx="10469880" cy="369332"/>
          </a:xfrm>
          <a:prstGeom prst="rect">
            <a:avLst/>
          </a:prstGeom>
          <a:noFill/>
        </p:spPr>
        <p:txBody>
          <a:bodyPr wrap="square" lIns="0" tIns="0" rIns="0" bIns="0">
            <a:spAutoFit/>
          </a:bodyPr>
          <a:lstStyle/>
          <a:p>
            <a:pPr marL="0" indent="0">
              <a:lnSpc>
                <a:spcPct val="100000"/>
              </a:lnSpc>
              <a:spcBef>
                <a:spcPts val="0"/>
              </a:spcBef>
              <a:defRPr sz="2000" b="0">
                <a:solidFill>
                  <a:srgbClr val="1D4093"/>
                </a:solidFill>
                <a:latin typeface="+mn-lt"/>
              </a:defRPr>
            </a:pPr>
            <a:r>
              <a:t>pd.concat([A, B], axis=1)</a:t>
            </a:r>
            <a:endParaRPr lang="es-MX"/>
          </a:p>
        </p:txBody>
      </p:sp>
      <p:graphicFrame>
        <p:nvGraphicFramePr>
          <p:cNvPr id="8" name="Table 7"/>
          <p:cNvGraphicFramePr>
            <a:graphicFrameLocks noGrp="1"/>
          </p:cNvGraphicFramePr>
          <p:nvPr>
            <p:extLst>
              <p:ext uri="{D42A27DB-BD31-4B8C-83A1-F6EECF244321}">
                <p14:modId xmlns:p14="http://schemas.microsoft.com/office/powerpoint/2010/main" val="1724584785"/>
              </p:ext>
            </p:extLst>
          </p:nvPr>
        </p:nvGraphicFramePr>
        <p:xfrm>
          <a:off x="883920" y="3644219"/>
          <a:ext cx="10469879" cy="1207008"/>
        </p:xfrm>
        <a:graphic>
          <a:graphicData uri="http://schemas.openxmlformats.org/drawingml/2006/table">
            <a:tbl>
              <a:tblPr firstRow="1" bandRow="1">
                <a:tableStyleId>{5C22544A-7EE6-4342-B048-85BDC9FD1C3A}</a:tableStyleId>
              </a:tblPr>
              <a:tblGrid>
                <a:gridCol w="1495697">
                  <a:extLst>
                    <a:ext uri="{9D8B030D-6E8A-4147-A177-3AD203B41FA5}">
                      <a16:colId xmlns:a16="http://schemas.microsoft.com/office/drawing/2014/main" val="20000"/>
                    </a:ext>
                  </a:extLst>
                </a:gridCol>
                <a:gridCol w="1495697">
                  <a:extLst>
                    <a:ext uri="{9D8B030D-6E8A-4147-A177-3AD203B41FA5}">
                      <a16:colId xmlns:a16="http://schemas.microsoft.com/office/drawing/2014/main" val="20001"/>
                    </a:ext>
                  </a:extLst>
                </a:gridCol>
                <a:gridCol w="2991394">
                  <a:extLst>
                    <a:ext uri="{9D8B030D-6E8A-4147-A177-3AD203B41FA5}">
                      <a16:colId xmlns:a16="http://schemas.microsoft.com/office/drawing/2014/main" val="20002"/>
                    </a:ext>
                  </a:extLst>
                </a:gridCol>
                <a:gridCol w="1495697">
                  <a:extLst>
                    <a:ext uri="{9D8B030D-6E8A-4147-A177-3AD203B41FA5}">
                      <a16:colId xmlns:a16="http://schemas.microsoft.com/office/drawing/2014/main" val="20003"/>
                    </a:ext>
                  </a:extLst>
                </a:gridCol>
                <a:gridCol w="2991394">
                  <a:extLst>
                    <a:ext uri="{9D8B030D-6E8A-4147-A177-3AD203B41FA5}">
                      <a16:colId xmlns:a16="http://schemas.microsoft.com/office/drawing/2014/main" val="20004"/>
                    </a:ext>
                  </a:extLst>
                </a:gridCol>
              </a:tblGrid>
              <a:tr h="402336">
                <a:tc>
                  <a:txBody>
                    <a:bodyPr/>
                    <a:lstStyle/>
                    <a:p>
                      <a:pPr marL="0" indent="0">
                        <a:lnSpc>
                          <a:spcPct val="100000"/>
                        </a:lnSpc>
                        <a:spcBef>
                          <a:spcPts val="0"/>
                        </a:spcBef>
                        <a:defRPr sz="1800" b="1">
                          <a:solidFill>
                            <a:srgbClr val="FFFFFF"/>
                          </a:solidFill>
                          <a:latin typeface="+mn-lt"/>
                        </a:defRPr>
                      </a:pPr>
                      <a:r>
                        <a:rPr lang="es-MX"/>
                        <a:t>Índice</a:t>
                      </a:r>
                    </a:p>
                  </a:txBody>
                  <a:tcPr marR="54864" marT="22860" marB="13716">
                    <a:solidFill>
                      <a:srgbClr val="1D4093"/>
                    </a:solidFill>
                  </a:tcPr>
                </a:tc>
                <a:tc>
                  <a:txBody>
                    <a:bodyPr/>
                    <a:lstStyle/>
                    <a:p>
                      <a:pPr marL="0" indent="0">
                        <a:lnSpc>
                          <a:spcPct val="100000"/>
                        </a:lnSpc>
                        <a:spcBef>
                          <a:spcPts val="0"/>
                        </a:spcBef>
                        <a:defRPr sz="1800" b="1">
                          <a:solidFill>
                            <a:srgbClr val="FFFFFF"/>
                          </a:solidFill>
                          <a:latin typeface="+mn-lt"/>
                        </a:defRPr>
                      </a:pPr>
                      <a:r>
                        <a:rPr lang="es-MX"/>
                        <a:t>id_A</a:t>
                      </a:r>
                    </a:p>
                  </a:txBody>
                  <a:tcPr marR="54864" marT="22860" marB="13716">
                    <a:solidFill>
                      <a:srgbClr val="27A1DC"/>
                    </a:solidFill>
                  </a:tcPr>
                </a:tc>
                <a:tc>
                  <a:txBody>
                    <a:bodyPr/>
                    <a:lstStyle/>
                    <a:p>
                      <a:pPr marL="0" indent="0">
                        <a:lnSpc>
                          <a:spcPct val="100000"/>
                        </a:lnSpc>
                        <a:spcBef>
                          <a:spcPts val="0"/>
                        </a:spcBef>
                        <a:defRPr sz="1800" b="1">
                          <a:solidFill>
                            <a:srgbClr val="FFFFFF"/>
                          </a:solidFill>
                          <a:latin typeface="+mn-lt"/>
                        </a:defRPr>
                      </a:pPr>
                      <a:r>
                        <a:rPr lang="es-MX"/>
                        <a:t>Canal</a:t>
                      </a:r>
                    </a:p>
                  </a:txBody>
                  <a:tcPr marR="54864" marT="22860" marB="13716">
                    <a:solidFill>
                      <a:srgbClr val="1D4093"/>
                    </a:solidFill>
                  </a:tcPr>
                </a:tc>
                <a:tc>
                  <a:txBody>
                    <a:bodyPr/>
                    <a:lstStyle/>
                    <a:p>
                      <a:pPr marL="0" indent="0">
                        <a:lnSpc>
                          <a:spcPct val="100000"/>
                        </a:lnSpc>
                        <a:spcBef>
                          <a:spcPts val="0"/>
                        </a:spcBef>
                        <a:defRPr sz="1800" b="1">
                          <a:solidFill>
                            <a:srgbClr val="FFFFFF"/>
                          </a:solidFill>
                          <a:latin typeface="+mn-lt"/>
                        </a:defRPr>
                      </a:pPr>
                      <a:r>
                        <a:rPr lang="es-MX"/>
                        <a:t>id_B</a:t>
                      </a:r>
                    </a:p>
                  </a:txBody>
                  <a:tcPr marR="54864" marT="22860" marB="13716">
                    <a:solidFill>
                      <a:srgbClr val="27A1DC"/>
                    </a:solidFill>
                  </a:tcPr>
                </a:tc>
                <a:tc>
                  <a:txBody>
                    <a:bodyPr/>
                    <a:lstStyle/>
                    <a:p>
                      <a:pPr marL="0" indent="0">
                        <a:lnSpc>
                          <a:spcPct val="100000"/>
                        </a:lnSpc>
                        <a:spcBef>
                          <a:spcPts val="0"/>
                        </a:spcBef>
                        <a:defRPr sz="1800" b="1">
                          <a:solidFill>
                            <a:srgbClr val="FFFFFF"/>
                          </a:solidFill>
                          <a:latin typeface="+mn-lt"/>
                        </a:defRPr>
                      </a:pPr>
                      <a:r>
                        <a:rPr lang="es-MX"/>
                        <a:t>Contacto</a:t>
                      </a:r>
                    </a:p>
                  </a:txBody>
                  <a:tcPr marR="54864" marT="22860" marB="13716">
                    <a:solidFill>
                      <a:srgbClr val="1D4093"/>
                    </a:solidFill>
                  </a:tcPr>
                </a:tc>
                <a:extLst>
                  <a:ext uri="{0D108BD9-81ED-4DB2-BD59-A6C34878D82A}">
                    <a16:rowId xmlns:a16="http://schemas.microsoft.com/office/drawing/2014/main" val="10000"/>
                  </a:ext>
                </a:extLst>
              </a:tr>
              <a:tr h="402336">
                <a:tc>
                  <a:txBody>
                    <a:bodyPr/>
                    <a:lstStyle/>
                    <a:p>
                      <a:pPr marL="0" indent="0">
                        <a:lnSpc>
                          <a:spcPct val="100000"/>
                        </a:lnSpc>
                        <a:spcBef>
                          <a:spcPts val="0"/>
                        </a:spcBef>
                        <a:defRPr sz="1800" b="0">
                          <a:solidFill>
                            <a:srgbClr val="0E2841"/>
                          </a:solidFill>
                          <a:latin typeface="+mn-lt"/>
                        </a:defRPr>
                      </a:pPr>
                      <a:r>
                        <a:rPr lang="es-MX"/>
                        <a:t>0</a:t>
                      </a:r>
                    </a:p>
                  </a:txBody>
                  <a:tcPr marR="54864" marT="22860" marB="13716">
                    <a:solidFill>
                      <a:srgbClr val="EAF5FA"/>
                    </a:solidFill>
                  </a:tcPr>
                </a:tc>
                <a:tc>
                  <a:txBody>
                    <a:bodyPr/>
                    <a:lstStyle/>
                    <a:p>
                      <a:pPr marL="0" indent="0">
                        <a:lnSpc>
                          <a:spcPct val="100000"/>
                        </a:lnSpc>
                        <a:spcBef>
                          <a:spcPts val="0"/>
                        </a:spcBef>
                        <a:defRPr sz="1800" b="0">
                          <a:solidFill>
                            <a:srgbClr val="0E2841"/>
                          </a:solidFill>
                          <a:latin typeface="+mn-lt"/>
                        </a:defRPr>
                      </a:pPr>
                      <a:r>
                        <a:rPr lang="es-MX"/>
                        <a:t>E1</a:t>
                      </a:r>
                    </a:p>
                  </a:txBody>
                  <a:tcPr marR="54864" marT="22860" marB="13716">
                    <a:solidFill>
                      <a:srgbClr val="DBF2FC"/>
                    </a:solidFill>
                  </a:tcPr>
                </a:tc>
                <a:tc>
                  <a:txBody>
                    <a:bodyPr/>
                    <a:lstStyle/>
                    <a:p>
                      <a:pPr marL="0" indent="0">
                        <a:lnSpc>
                          <a:spcPct val="100000"/>
                        </a:lnSpc>
                        <a:spcBef>
                          <a:spcPts val="0"/>
                        </a:spcBef>
                        <a:defRPr sz="1800" b="0">
                          <a:solidFill>
                            <a:srgbClr val="0E2841"/>
                          </a:solidFill>
                          <a:latin typeface="+mn-lt"/>
                        </a:defRPr>
                      </a:pPr>
                      <a:r>
                        <a:rPr lang="es-MX"/>
                        <a:t>Web</a:t>
                      </a:r>
                    </a:p>
                  </a:txBody>
                  <a:tcPr marR="54864" marT="22860" marB="13716">
                    <a:solidFill>
                      <a:srgbClr val="EAF5FA"/>
                    </a:solidFill>
                  </a:tcPr>
                </a:tc>
                <a:tc>
                  <a:txBody>
                    <a:bodyPr/>
                    <a:lstStyle/>
                    <a:p>
                      <a:pPr marL="0" indent="0">
                        <a:lnSpc>
                          <a:spcPct val="100000"/>
                        </a:lnSpc>
                        <a:spcBef>
                          <a:spcPts val="0"/>
                        </a:spcBef>
                        <a:defRPr sz="1800" b="0">
                          <a:solidFill>
                            <a:srgbClr val="0E2841"/>
                          </a:solidFill>
                          <a:latin typeface="+mn-lt"/>
                        </a:defRPr>
                      </a:pPr>
                      <a:r>
                        <a:rPr lang="es-MX"/>
                        <a:t>E2</a:t>
                      </a:r>
                    </a:p>
                  </a:txBody>
                  <a:tcPr marR="54864" marT="22860" marB="13716">
                    <a:solidFill>
                      <a:srgbClr val="DBF2FC"/>
                    </a:solidFill>
                  </a:tcPr>
                </a:tc>
                <a:tc>
                  <a:txBody>
                    <a:bodyPr/>
                    <a:lstStyle/>
                    <a:p>
                      <a:pPr marL="0" indent="0">
                        <a:lnSpc>
                          <a:spcPct val="100000"/>
                        </a:lnSpc>
                        <a:spcBef>
                          <a:spcPts val="0"/>
                        </a:spcBef>
                        <a:defRPr sz="1800" b="0">
                          <a:solidFill>
                            <a:srgbClr val="0E2841"/>
                          </a:solidFill>
                          <a:latin typeface="+mn-lt"/>
                        </a:defRPr>
                      </a:pPr>
                      <a:r>
                        <a:rPr lang="es-MX"/>
                        <a:t>SMS</a:t>
                      </a:r>
                    </a:p>
                  </a:txBody>
                  <a:tcPr marR="54864" marT="22860" marB="13716">
                    <a:solidFill>
                      <a:srgbClr val="EAF5FA"/>
                    </a:solidFill>
                  </a:tcPr>
                </a:tc>
                <a:extLst>
                  <a:ext uri="{0D108BD9-81ED-4DB2-BD59-A6C34878D82A}">
                    <a16:rowId xmlns:a16="http://schemas.microsoft.com/office/drawing/2014/main" val="10001"/>
                  </a:ext>
                </a:extLst>
              </a:tr>
              <a:tr h="402336">
                <a:tc>
                  <a:txBody>
                    <a:bodyPr/>
                    <a:lstStyle/>
                    <a:p>
                      <a:pPr marL="0" indent="0">
                        <a:lnSpc>
                          <a:spcPct val="100000"/>
                        </a:lnSpc>
                        <a:spcBef>
                          <a:spcPts val="0"/>
                        </a:spcBef>
                        <a:defRPr sz="1800" b="0">
                          <a:solidFill>
                            <a:srgbClr val="0E2841"/>
                          </a:solidFill>
                          <a:latin typeface="+mn-lt"/>
                        </a:defRPr>
                      </a:pPr>
                      <a:r>
                        <a:rPr lang="es-MX"/>
                        <a:t>1</a:t>
                      </a:r>
                    </a:p>
                  </a:txBody>
                  <a:tcPr marR="54864" marT="22860" marB="13716">
                    <a:solidFill>
                      <a:srgbClr val="F7FAFC"/>
                    </a:solidFill>
                  </a:tcPr>
                </a:tc>
                <a:tc>
                  <a:txBody>
                    <a:bodyPr/>
                    <a:lstStyle/>
                    <a:p>
                      <a:pPr marL="0" indent="0">
                        <a:lnSpc>
                          <a:spcPct val="100000"/>
                        </a:lnSpc>
                        <a:spcBef>
                          <a:spcPts val="0"/>
                        </a:spcBef>
                        <a:defRPr sz="1800" b="0">
                          <a:solidFill>
                            <a:srgbClr val="0E2841"/>
                          </a:solidFill>
                          <a:latin typeface="+mn-lt"/>
                        </a:defRPr>
                      </a:pPr>
                      <a:r>
                        <a:rPr lang="es-MX"/>
                        <a:t>E2</a:t>
                      </a:r>
                    </a:p>
                  </a:txBody>
                  <a:tcPr marR="54864" marT="22860" marB="13716">
                    <a:solidFill>
                      <a:srgbClr val="DBF2FC"/>
                    </a:solidFill>
                  </a:tcPr>
                </a:tc>
                <a:tc>
                  <a:txBody>
                    <a:bodyPr/>
                    <a:lstStyle/>
                    <a:p>
                      <a:pPr marL="0" indent="0">
                        <a:lnSpc>
                          <a:spcPct val="100000"/>
                        </a:lnSpc>
                        <a:spcBef>
                          <a:spcPts val="0"/>
                        </a:spcBef>
                        <a:defRPr sz="1800" b="0">
                          <a:solidFill>
                            <a:srgbClr val="0E2841"/>
                          </a:solidFill>
                          <a:latin typeface="+mn-lt"/>
                        </a:defRPr>
                      </a:pPr>
                      <a:r>
                        <a:rPr lang="es-MX"/>
                        <a:t>Sede</a:t>
                      </a:r>
                    </a:p>
                  </a:txBody>
                  <a:tcPr marR="54864" marT="22860" marB="13716">
                    <a:solidFill>
                      <a:srgbClr val="F7FAFC"/>
                    </a:solidFill>
                  </a:tcPr>
                </a:tc>
                <a:tc>
                  <a:txBody>
                    <a:bodyPr/>
                    <a:lstStyle/>
                    <a:p>
                      <a:pPr marL="0" indent="0">
                        <a:lnSpc>
                          <a:spcPct val="100000"/>
                        </a:lnSpc>
                        <a:spcBef>
                          <a:spcPts val="0"/>
                        </a:spcBef>
                        <a:defRPr sz="1800" b="0">
                          <a:solidFill>
                            <a:srgbClr val="0E2841"/>
                          </a:solidFill>
                          <a:latin typeface="+mn-lt"/>
                        </a:defRPr>
                      </a:pPr>
                      <a:r>
                        <a:rPr lang="es-MX"/>
                        <a:t>E1</a:t>
                      </a:r>
                    </a:p>
                  </a:txBody>
                  <a:tcPr marR="54864" marT="22860" marB="13716">
                    <a:solidFill>
                      <a:srgbClr val="DBF2FC"/>
                    </a:solidFill>
                  </a:tcPr>
                </a:tc>
                <a:tc>
                  <a:txBody>
                    <a:bodyPr/>
                    <a:lstStyle/>
                    <a:p>
                      <a:pPr marL="0" indent="0">
                        <a:lnSpc>
                          <a:spcPct val="100000"/>
                        </a:lnSpc>
                        <a:spcBef>
                          <a:spcPts val="0"/>
                        </a:spcBef>
                        <a:defRPr sz="1800" b="0">
                          <a:solidFill>
                            <a:srgbClr val="0E2841"/>
                          </a:solidFill>
                          <a:latin typeface="+mn-lt"/>
                        </a:defRPr>
                      </a:pPr>
                      <a:r>
                        <a:rPr lang="es-MX"/>
                        <a:t>Correo</a:t>
                      </a:r>
                    </a:p>
                  </a:txBody>
                  <a:tcPr marR="54864" marT="22860" marB="13716">
                    <a:solidFill>
                      <a:srgbClr val="F7FAFC"/>
                    </a:solidFill>
                  </a:tcPr>
                </a:tc>
                <a:extLst>
                  <a:ext uri="{0D108BD9-81ED-4DB2-BD59-A6C34878D82A}">
                    <a16:rowId xmlns:a16="http://schemas.microsoft.com/office/drawing/2014/main" val="10002"/>
                  </a:ext>
                </a:extLst>
              </a:tr>
            </a:tbl>
          </a:graphicData>
        </a:graphic>
      </p:graphicFrame>
      <p:sp>
        <p:nvSpPr>
          <p:cNvPr id="9" name="TextBox 8"/>
          <p:cNvSpPr txBox="1"/>
          <p:nvPr/>
        </p:nvSpPr>
        <p:spPr>
          <a:xfrm>
            <a:off x="883920" y="5052395"/>
            <a:ext cx="10424160" cy="365760"/>
          </a:xfrm>
          <a:prstGeom prst="rect">
            <a:avLst/>
          </a:prstGeom>
          <a:noFill/>
        </p:spPr>
        <p:txBody>
          <a:bodyPr wrap="square" lIns="0" tIns="0" rIns="0" bIns="0">
            <a:spAutoFit/>
          </a:bodyPr>
          <a:lstStyle/>
          <a:p>
            <a:pPr marL="0" indent="0">
              <a:lnSpc>
                <a:spcPct val="100000"/>
              </a:lnSpc>
              <a:spcBef>
                <a:spcPts val="0"/>
              </a:spcBef>
              <a:defRPr sz="2000" b="1">
                <a:solidFill>
                  <a:srgbClr val="1D4093"/>
                </a:solidFill>
                <a:latin typeface="+mn-lt"/>
              </a:defRPr>
            </a:pPr>
            <a:r>
              <a:t>Salida: alinea por índice. En la fila 0, E1 queda junto a E2.</a:t>
            </a:r>
            <a:endParaRPr lang="es-MX"/>
          </a:p>
        </p:txBody>
      </p:sp>
    </p:spTree>
    <p:extLst>
      <p:ext uri="{BB962C8B-B14F-4D97-AF65-F5344CB8AC3E}">
        <p14:creationId xmlns:p14="http://schemas.microsoft.com/office/powerpoint/2010/main" val="3552669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AF289-A52A-C633-12F2-24C0B11D6253}"/>
              </a:ext>
            </a:extLst>
          </p:cNvPr>
          <p:cNvSpPr>
            <a:spLocks noGrp="1"/>
          </p:cNvSpPr>
          <p:nvPr>
            <p:ph type="title"/>
          </p:nvPr>
        </p:nvSpPr>
        <p:spPr/>
        <p:txBody>
          <a:bodyPr wrap="square" lIns="0" tIns="0" rIns="0" bIns="0"/>
          <a:lstStyle/>
          <a:p>
            <a:pPr marL="0" indent="0">
              <a:lnSpc>
                <a:spcPct val="100000"/>
              </a:lnSpc>
              <a:spcBef>
                <a:spcPts val="0"/>
              </a:spcBef>
              <a:defRPr sz="3200" b="1">
                <a:solidFill>
                  <a:srgbClr val="1D4093"/>
                </a:solidFill>
                <a:latin typeface="+mn-lt"/>
              </a:defRPr>
            </a:pPr>
            <a:r>
              <a:rPr lang="es-MX" sz="3200"/>
              <a:t>Quiz 1 · Dos tablas del mismo tamaño</a:t>
            </a:r>
          </a:p>
        </p:txBody>
      </p:sp>
      <p:sp>
        <p:nvSpPr>
          <p:cNvPr id="3" name="TextBox 2"/>
          <p:cNvSpPr txBox="1"/>
          <p:nvPr/>
        </p:nvSpPr>
        <p:spPr>
          <a:xfrm>
            <a:off x="868680" y="1737360"/>
            <a:ext cx="10424160" cy="430887"/>
          </a:xfrm>
          <a:prstGeom prst="rect">
            <a:avLst/>
          </a:prstGeom>
          <a:noFill/>
        </p:spPr>
        <p:txBody>
          <a:bodyPr wrap="square" lIns="0" tIns="0" rIns="0" bIns="0">
            <a:spAutoFit/>
          </a:bodyPr>
          <a:lstStyle/>
          <a:p>
            <a:pPr marL="0" indent="0">
              <a:lnSpc>
                <a:spcPct val="100000"/>
              </a:lnSpc>
              <a:spcBef>
                <a:spcPts val="0"/>
              </a:spcBef>
              <a:defRPr sz="2400" b="0">
                <a:solidFill>
                  <a:srgbClr val="0E2841"/>
                </a:solidFill>
                <a:latin typeface="+mn-lt"/>
              </a:defRPr>
            </a:pPr>
            <a:r>
              <a:t>A y B tienen dos filas, pero las personas están en distinto orden.</a:t>
            </a:r>
            <a:endParaRPr lang="es-MX"/>
          </a:p>
        </p:txBody>
      </p:sp>
      <p:sp>
        <p:nvSpPr>
          <p:cNvPr id="4" name="TextBox 3"/>
          <p:cNvSpPr txBox="1"/>
          <p:nvPr/>
        </p:nvSpPr>
        <p:spPr>
          <a:xfrm>
            <a:off x="1051560" y="2697480"/>
            <a:ext cx="10058400" cy="307777"/>
          </a:xfrm>
          <a:prstGeom prst="rect">
            <a:avLst/>
          </a:prstGeom>
          <a:noFill/>
        </p:spPr>
        <p:txBody>
          <a:bodyPr wrap="square" lIns="0" tIns="0" rIns="0" bIns="0">
            <a:spAutoFit/>
          </a:bodyPr>
          <a:lstStyle/>
          <a:p>
            <a:pPr marL="0" indent="0">
              <a:lnSpc>
                <a:spcPct val="100000"/>
              </a:lnSpc>
              <a:spcBef>
                <a:spcPts val="0"/>
              </a:spcBef>
              <a:defRPr sz="2000" b="0">
                <a:solidFill>
                  <a:srgbClr val="0E2841"/>
                </a:solidFill>
                <a:latin typeface="+mn-lt"/>
              </a:defRPr>
            </a:pPr>
            <a:r>
              <a:rPr lang="es-MX" sz="2000"/>
              <a:t>A.  concat con axis=1 las integra por id automáticamente.</a:t>
            </a:r>
          </a:p>
        </p:txBody>
      </p:sp>
      <p:sp>
        <p:nvSpPr>
          <p:cNvPr id="5" name="TextBox 4"/>
          <p:cNvSpPr txBox="1"/>
          <p:nvPr/>
        </p:nvSpPr>
        <p:spPr>
          <a:xfrm>
            <a:off x="1051560" y="3310128"/>
            <a:ext cx="10058400" cy="307777"/>
          </a:xfrm>
          <a:prstGeom prst="rect">
            <a:avLst/>
          </a:prstGeom>
          <a:noFill/>
        </p:spPr>
        <p:txBody>
          <a:bodyPr wrap="square" lIns="0" tIns="0" rIns="0" bIns="0">
            <a:spAutoFit/>
          </a:bodyPr>
          <a:lstStyle/>
          <a:p>
            <a:pPr marL="0" indent="0">
              <a:lnSpc>
                <a:spcPct val="100000"/>
              </a:lnSpc>
              <a:spcBef>
                <a:spcPts val="0"/>
              </a:spcBef>
              <a:defRPr sz="2000" b="0">
                <a:solidFill>
                  <a:srgbClr val="0E2841"/>
                </a:solidFill>
                <a:latin typeface="+mn-lt"/>
              </a:defRPr>
            </a:pPr>
            <a:r>
              <a:rPr lang="es-MX" sz="2000"/>
              <a:t>B.  reset_index en ambas garantiza la correspondencia.</a:t>
            </a:r>
          </a:p>
        </p:txBody>
      </p:sp>
      <p:sp>
        <p:nvSpPr>
          <p:cNvPr id="6" name="TextBox 5"/>
          <p:cNvSpPr txBox="1"/>
          <p:nvPr/>
        </p:nvSpPr>
        <p:spPr>
          <a:xfrm>
            <a:off x="1051560" y="3922776"/>
            <a:ext cx="10058400" cy="307777"/>
          </a:xfrm>
          <a:prstGeom prst="rect">
            <a:avLst/>
          </a:prstGeom>
          <a:noFill/>
        </p:spPr>
        <p:txBody>
          <a:bodyPr wrap="square" lIns="0" tIns="0" rIns="0" bIns="0">
            <a:spAutoFit/>
          </a:bodyPr>
          <a:lstStyle/>
          <a:p>
            <a:pPr marL="0" indent="0">
              <a:lnSpc>
                <a:spcPct val="100000"/>
              </a:lnSpc>
              <a:spcBef>
                <a:spcPts val="0"/>
              </a:spcBef>
              <a:defRPr sz="2000" b="0">
                <a:solidFill>
                  <a:srgbClr val="0E2841"/>
                </a:solidFill>
                <a:latin typeface="+mn-lt"/>
              </a:defRPr>
            </a:pPr>
            <a:r>
              <a:rPr lang="es-MX" sz="2000"/>
              <a:t>C.  Hay que revisar el índice y alinear por identidad o usar merge con la llave.</a:t>
            </a:r>
          </a:p>
        </p:txBody>
      </p:sp>
      <p:sp>
        <p:nvSpPr>
          <p:cNvPr id="7" name="TextBox 6"/>
          <p:cNvSpPr txBox="1"/>
          <p:nvPr/>
        </p:nvSpPr>
        <p:spPr>
          <a:xfrm>
            <a:off x="1051560" y="4535424"/>
            <a:ext cx="10058400" cy="307777"/>
          </a:xfrm>
          <a:prstGeom prst="rect">
            <a:avLst/>
          </a:prstGeom>
          <a:noFill/>
        </p:spPr>
        <p:txBody>
          <a:bodyPr wrap="square" lIns="0" tIns="0" rIns="0" bIns="0">
            <a:spAutoFit/>
          </a:bodyPr>
          <a:lstStyle/>
          <a:p>
            <a:pPr marL="0" indent="0">
              <a:lnSpc>
                <a:spcPct val="100000"/>
              </a:lnSpc>
              <a:spcBef>
                <a:spcPts val="0"/>
              </a:spcBef>
              <a:defRPr sz="2000" b="0">
                <a:solidFill>
                  <a:srgbClr val="0E2841"/>
                </a:solidFill>
                <a:latin typeface="+mn-lt"/>
              </a:defRPr>
            </a:pPr>
            <a:r>
              <a:rPr lang="es-MX" sz="2000"/>
              <a:t>D.  Ordenar por cualquier columna basta.</a:t>
            </a:r>
          </a:p>
        </p:txBody>
      </p:sp>
      <p:sp>
        <p:nvSpPr>
          <p:cNvPr id="8" name="TextBox 7"/>
          <p:cNvSpPr txBox="1"/>
          <p:nvPr/>
        </p:nvSpPr>
        <p:spPr>
          <a:xfrm>
            <a:off x="868680" y="5394960"/>
            <a:ext cx="10424160" cy="282065"/>
          </a:xfrm>
          <a:prstGeom prst="rect">
            <a:avLst/>
          </a:prstGeom>
          <a:noFill/>
        </p:spPr>
        <p:txBody>
          <a:bodyPr wrap="square" lIns="0" tIns="0" rIns="0" bIns="0">
            <a:spAutoFit/>
          </a:bodyPr>
          <a:lstStyle/>
          <a:p>
            <a:pPr marL="0" indent="0">
              <a:lnSpc>
                <a:spcPct val="105000"/>
              </a:lnSpc>
              <a:spcBef>
                <a:spcPts val="0"/>
              </a:spcBef>
              <a:spcAft>
                <a:spcPts val="700"/>
              </a:spcAft>
              <a:buNone/>
              <a:defRPr sz="1800" b="0">
                <a:solidFill>
                  <a:srgbClr val="1D4093"/>
                </a:solidFill>
                <a:latin typeface="+mn-lt"/>
              </a:defRPr>
            </a:pPr>
            <a:r>
              <a:t>Responde por voz o chat y explica tu criterio.</a:t>
            </a:r>
            <a:endParaRPr lang="es-MX"/>
          </a:p>
        </p:txBody>
      </p:sp>
    </p:spTree>
    <p:extLst>
      <p:ext uri="{BB962C8B-B14F-4D97-AF65-F5344CB8AC3E}">
        <p14:creationId xmlns:p14="http://schemas.microsoft.com/office/powerpoint/2010/main" val="3552669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AE81B89-0F34-6A24-80AE-7A07D7447EDF}"/>
              </a:ext>
            </a:extLst>
          </p:cNvPr>
          <p:cNvSpPr>
            <a:spLocks noGrp="1"/>
          </p:cNvSpPr>
          <p:nvPr>
            <p:ph type="title"/>
          </p:nvPr>
        </p:nvSpPr>
        <p:spPr/>
        <p:txBody>
          <a:bodyPr wrap="square" lIns="0" tIns="0" rIns="0" bIns="0"/>
          <a:lstStyle/>
          <a:p>
            <a:pPr marL="0" indent="0">
              <a:lnSpc>
                <a:spcPct val="100000"/>
              </a:lnSpc>
              <a:spcBef>
                <a:spcPts val="0"/>
              </a:spcBef>
              <a:defRPr sz="3200" b="1">
                <a:solidFill>
                  <a:srgbClr val="FFFFFF"/>
                </a:solidFill>
                <a:latin typeface="+mn-lt"/>
              </a:defRPr>
            </a:pPr>
            <a:r>
              <a:rPr lang="es-MX" sz="3200"/>
              <a:t>Respuesta 1</a:t>
            </a:r>
          </a:p>
          <a:p>
            <a:pPr marL="0" indent="0">
              <a:lnSpc>
                <a:spcPct val="100000"/>
              </a:lnSpc>
              <a:spcBef>
                <a:spcPts val="0"/>
              </a:spcBef>
              <a:defRPr sz="3200" b="1">
                <a:solidFill>
                  <a:srgbClr val="FFFFFF"/>
                </a:solidFill>
                <a:latin typeface="+mn-lt"/>
              </a:defRPr>
            </a:pPr>
            <a:r>
              <a:rPr lang="es-MX" sz="3200"/>
              <a:t>Identidad y posición</a:t>
            </a:r>
          </a:p>
        </p:txBody>
      </p:sp>
      <p:sp>
        <p:nvSpPr>
          <p:cNvPr id="5" name="Text Placeholder 4">
            <a:extLst>
              <a:ext uri="{FF2B5EF4-FFF2-40B4-BE49-F238E27FC236}">
                <a16:creationId xmlns:a16="http://schemas.microsoft.com/office/drawing/2014/main" id="{F9B14905-158C-2875-1507-71D41FCDBFED}"/>
              </a:ext>
            </a:extLst>
          </p:cNvPr>
          <p:cNvSpPr>
            <a:spLocks noGrp="1"/>
          </p:cNvSpPr>
          <p:nvPr>
            <p:ph type="body" sz="half" idx="2"/>
          </p:nvPr>
        </p:nvSpPr>
        <p:spPr/>
        <p:txBody>
          <a:bodyPr wrap="square" lIns="0" tIns="0" rIns="0" bIns="0"/>
          <a:lstStyle/>
          <a:p>
            <a:pPr marL="0" indent="0">
              <a:lnSpc>
                <a:spcPct val="105000"/>
              </a:lnSpc>
              <a:spcBef>
                <a:spcPts val="0"/>
              </a:spcBef>
              <a:spcAft>
                <a:spcPts val="700"/>
              </a:spcAft>
              <a:buNone/>
              <a:defRPr sz="1600" b="0">
                <a:solidFill>
                  <a:srgbClr val="FFFFFF"/>
                </a:solidFill>
                <a:latin typeface="+mn-lt"/>
              </a:defRPr>
            </a:pPr>
            <a:r>
              <a:t>C</a:t>
            </a:r>
            <a:endParaRPr lang="es-MX"/>
          </a:p>
          <a:p>
            <a:pPr marL="0" indent="0">
              <a:lnSpc>
                <a:spcPct val="105000"/>
              </a:lnSpc>
              <a:spcBef>
                <a:spcPts val="0"/>
              </a:spcBef>
              <a:spcAft>
                <a:spcPts val="700"/>
              </a:spcAft>
              <a:buNone/>
              <a:defRPr sz="1600" b="0">
                <a:solidFill>
                  <a:srgbClr val="FFFFFF"/>
                </a:solidFill>
                <a:latin typeface="+mn-lt"/>
              </a:defRPr>
            </a:pPr>
            <a:endParaRPr lang="es-MX"/>
          </a:p>
          <a:p>
            <a:pPr marL="0" indent="0">
              <a:lnSpc>
                <a:spcPct val="105000"/>
              </a:lnSpc>
              <a:spcBef>
                <a:spcPts val="0"/>
              </a:spcBef>
              <a:spcAft>
                <a:spcPts val="700"/>
              </a:spcAft>
              <a:buNone/>
              <a:defRPr sz="1600" b="0">
                <a:solidFill>
                  <a:srgbClr val="FFFFFF"/>
                </a:solidFill>
                <a:latin typeface="+mn-lt"/>
              </a:defRPr>
            </a:pPr>
            <a:r>
              <a:t>Igual cantidad de filas o índice numérico no implica la misma persona.</a:t>
            </a:r>
            <a:endParaRPr lang="es-MX"/>
          </a:p>
          <a:p>
            <a:pPr marL="0" indent="0">
              <a:lnSpc>
                <a:spcPct val="105000"/>
              </a:lnSpc>
              <a:spcBef>
                <a:spcPts val="0"/>
              </a:spcBef>
              <a:spcAft>
                <a:spcPts val="700"/>
              </a:spcAft>
              <a:buNone/>
              <a:defRPr sz="1600" b="0">
                <a:solidFill>
                  <a:srgbClr val="FFFFFF"/>
                </a:solidFill>
                <a:latin typeface="+mn-lt"/>
              </a:defRPr>
            </a:pPr>
            <a:endParaRPr lang="es-MX"/>
          </a:p>
          <a:p>
            <a:pPr marL="0" indent="0">
              <a:lnSpc>
                <a:spcPct val="105000"/>
              </a:lnSpc>
              <a:spcBef>
                <a:spcPts val="0"/>
              </a:spcBef>
              <a:spcAft>
                <a:spcPts val="700"/>
              </a:spcAft>
              <a:buNone/>
              <a:defRPr sz="1600" b="0">
                <a:solidFill>
                  <a:srgbClr val="FFFFFF"/>
                </a:solidFill>
                <a:latin typeface="+mn-lt"/>
              </a:defRPr>
            </a:pPr>
            <a:r>
              <a:t>La identidad debe guiar la correspondencia.</a:t>
            </a:r>
            <a:endParaRPr lang="es-MX"/>
          </a:p>
        </p:txBody>
      </p:sp>
      <p:sp>
        <p:nvSpPr>
          <p:cNvPr id="6" name="TextBox 5"/>
          <p:cNvSpPr txBox="1"/>
          <p:nvPr/>
        </p:nvSpPr>
        <p:spPr>
          <a:xfrm>
            <a:off x="5184648" y="1143000"/>
            <a:ext cx="6035040" cy="365760"/>
          </a:xfrm>
          <a:prstGeom prst="rect">
            <a:avLst/>
          </a:prstGeom>
          <a:noFill/>
        </p:spPr>
        <p:txBody>
          <a:bodyPr wrap="square" lIns="0" tIns="0" rIns="0" bIns="0">
            <a:spAutoFit/>
          </a:bodyPr>
          <a:lstStyle/>
          <a:p>
            <a:pPr marL="0" indent="0">
              <a:lnSpc>
                <a:spcPct val="100000"/>
              </a:lnSpc>
              <a:spcBef>
                <a:spcPts val="0"/>
              </a:spcBef>
              <a:defRPr sz="2000" b="1">
                <a:solidFill>
                  <a:srgbClr val="1D4093"/>
                </a:solidFill>
                <a:latin typeface="+mn-lt"/>
              </a:defRPr>
            </a:pPr>
            <a:r>
              <a:t>Salida correcta por identidad</a:t>
            </a:r>
            <a:endParaRPr lang="es-MX"/>
          </a:p>
        </p:txBody>
      </p:sp>
      <p:graphicFrame>
        <p:nvGraphicFramePr>
          <p:cNvPr id="7" name="Table 6"/>
          <p:cNvGraphicFramePr>
            <a:graphicFrameLocks noGrp="1"/>
          </p:cNvGraphicFramePr>
          <p:nvPr>
            <p:extLst>
              <p:ext uri="{D42A27DB-BD31-4B8C-83A1-F6EECF244321}">
                <p14:modId xmlns:p14="http://schemas.microsoft.com/office/powerpoint/2010/main" val="3624487893"/>
              </p:ext>
            </p:extLst>
          </p:nvPr>
        </p:nvGraphicFramePr>
        <p:xfrm>
          <a:off x="5184648" y="1783080"/>
          <a:ext cx="6126479" cy="1783080"/>
        </p:xfrm>
        <a:graphic>
          <a:graphicData uri="http://schemas.openxmlformats.org/drawingml/2006/table">
            <a:tbl>
              <a:tblPr firstRow="1" bandRow="1">
                <a:tableStyleId>{5C22544A-7EE6-4342-B048-85BDC9FD1C3A}</a:tableStyleId>
              </a:tblPr>
              <a:tblGrid>
                <a:gridCol w="2483708">
                  <a:extLst>
                    <a:ext uri="{9D8B030D-6E8A-4147-A177-3AD203B41FA5}">
                      <a16:colId xmlns:a16="http://schemas.microsoft.com/office/drawing/2014/main" val="20000"/>
                    </a:ext>
                  </a:extLst>
                </a:gridCol>
                <a:gridCol w="1655805">
                  <a:extLst>
                    <a:ext uri="{9D8B030D-6E8A-4147-A177-3AD203B41FA5}">
                      <a16:colId xmlns:a16="http://schemas.microsoft.com/office/drawing/2014/main" val="20001"/>
                    </a:ext>
                  </a:extLst>
                </a:gridCol>
                <a:gridCol w="1986966">
                  <a:extLst>
                    <a:ext uri="{9D8B030D-6E8A-4147-A177-3AD203B41FA5}">
                      <a16:colId xmlns:a16="http://schemas.microsoft.com/office/drawing/2014/main" val="20002"/>
                    </a:ext>
                  </a:extLst>
                </a:gridCol>
              </a:tblGrid>
              <a:tr h="594360">
                <a:tc>
                  <a:txBody>
                    <a:bodyPr/>
                    <a:lstStyle/>
                    <a:p>
                      <a:pPr marL="0" indent="0">
                        <a:lnSpc>
                          <a:spcPct val="100000"/>
                        </a:lnSpc>
                        <a:spcBef>
                          <a:spcPts val="0"/>
                        </a:spcBef>
                        <a:defRPr sz="1800" b="1">
                          <a:solidFill>
                            <a:srgbClr val="FFFFFF"/>
                          </a:solidFill>
                          <a:latin typeface="+mn-lt"/>
                        </a:defRPr>
                      </a:pPr>
                      <a:r>
                        <a:rPr lang="es-MX"/>
                        <a:t>Estudiante</a:t>
                      </a:r>
                    </a:p>
                  </a:txBody>
                  <a:tcPr marR="54864" marT="22860" marB="13716">
                    <a:solidFill>
                      <a:srgbClr val="1D4093"/>
                    </a:solidFill>
                  </a:tcPr>
                </a:tc>
                <a:tc>
                  <a:txBody>
                    <a:bodyPr/>
                    <a:lstStyle/>
                    <a:p>
                      <a:pPr marL="0" indent="0">
                        <a:lnSpc>
                          <a:spcPct val="100000"/>
                        </a:lnSpc>
                        <a:spcBef>
                          <a:spcPts val="0"/>
                        </a:spcBef>
                        <a:defRPr sz="1800" b="1">
                          <a:solidFill>
                            <a:srgbClr val="FFFFFF"/>
                          </a:solidFill>
                          <a:latin typeface="+mn-lt"/>
                        </a:defRPr>
                      </a:pPr>
                      <a:r>
                        <a:rPr lang="es-MX"/>
                        <a:t>Canal</a:t>
                      </a:r>
                    </a:p>
                  </a:txBody>
                  <a:tcPr marR="54864" marT="22860" marB="13716">
                    <a:solidFill>
                      <a:srgbClr val="1D4093"/>
                    </a:solidFill>
                  </a:tcPr>
                </a:tc>
                <a:tc>
                  <a:txBody>
                    <a:bodyPr/>
                    <a:lstStyle/>
                    <a:p>
                      <a:pPr marL="0" indent="0">
                        <a:lnSpc>
                          <a:spcPct val="100000"/>
                        </a:lnSpc>
                        <a:spcBef>
                          <a:spcPts val="0"/>
                        </a:spcBef>
                        <a:defRPr sz="1800" b="1">
                          <a:solidFill>
                            <a:srgbClr val="FFFFFF"/>
                          </a:solidFill>
                          <a:latin typeface="+mn-lt"/>
                        </a:defRPr>
                      </a:pPr>
                      <a:r>
                        <a:rPr lang="es-MX"/>
                        <a:t>Contacto</a:t>
                      </a:r>
                    </a:p>
                  </a:txBody>
                  <a:tcPr marR="54864" marT="22860" marB="13716">
                    <a:solidFill>
                      <a:srgbClr val="1D4093"/>
                    </a:solidFill>
                  </a:tcPr>
                </a:tc>
                <a:extLst>
                  <a:ext uri="{0D108BD9-81ED-4DB2-BD59-A6C34878D82A}">
                    <a16:rowId xmlns:a16="http://schemas.microsoft.com/office/drawing/2014/main" val="10000"/>
                  </a:ext>
                </a:extLst>
              </a:tr>
              <a:tr h="594360">
                <a:tc>
                  <a:txBody>
                    <a:bodyPr/>
                    <a:lstStyle/>
                    <a:p>
                      <a:pPr marL="0" indent="0">
                        <a:lnSpc>
                          <a:spcPct val="100000"/>
                        </a:lnSpc>
                        <a:spcBef>
                          <a:spcPts val="0"/>
                        </a:spcBef>
                        <a:defRPr sz="1800" b="0">
                          <a:solidFill>
                            <a:srgbClr val="0E2841"/>
                          </a:solidFill>
                          <a:latin typeface="+mn-lt"/>
                        </a:defRPr>
                      </a:pPr>
                      <a:r>
                        <a:rPr lang="es-MX"/>
                        <a:t>E1</a:t>
                      </a:r>
                    </a:p>
                  </a:txBody>
                  <a:tcPr marR="54864" marT="22860" marB="13716">
                    <a:solidFill>
                      <a:srgbClr val="EAF5FA"/>
                    </a:solidFill>
                  </a:tcPr>
                </a:tc>
                <a:tc>
                  <a:txBody>
                    <a:bodyPr/>
                    <a:lstStyle/>
                    <a:p>
                      <a:pPr marL="0" indent="0">
                        <a:lnSpc>
                          <a:spcPct val="100000"/>
                        </a:lnSpc>
                        <a:spcBef>
                          <a:spcPts val="0"/>
                        </a:spcBef>
                        <a:defRPr sz="1800" b="0">
                          <a:solidFill>
                            <a:srgbClr val="0E2841"/>
                          </a:solidFill>
                          <a:latin typeface="+mn-lt"/>
                        </a:defRPr>
                      </a:pPr>
                      <a:r>
                        <a:rPr lang="es-MX"/>
                        <a:t>Web</a:t>
                      </a:r>
                    </a:p>
                  </a:txBody>
                  <a:tcPr marR="54864" marT="22860" marB="13716">
                    <a:solidFill>
                      <a:srgbClr val="EAF5FA"/>
                    </a:solidFill>
                  </a:tcPr>
                </a:tc>
                <a:tc>
                  <a:txBody>
                    <a:bodyPr/>
                    <a:lstStyle/>
                    <a:p>
                      <a:pPr marL="0" indent="0">
                        <a:lnSpc>
                          <a:spcPct val="100000"/>
                        </a:lnSpc>
                        <a:spcBef>
                          <a:spcPts val="0"/>
                        </a:spcBef>
                        <a:defRPr sz="1800" b="0">
                          <a:solidFill>
                            <a:srgbClr val="0E2841"/>
                          </a:solidFill>
                          <a:latin typeface="+mn-lt"/>
                        </a:defRPr>
                      </a:pPr>
                      <a:r>
                        <a:rPr lang="es-MX"/>
                        <a:t>Correo</a:t>
                      </a:r>
                    </a:p>
                  </a:txBody>
                  <a:tcPr marR="54864" marT="22860" marB="13716">
                    <a:solidFill>
                      <a:srgbClr val="EAF5FA"/>
                    </a:solidFill>
                  </a:tcPr>
                </a:tc>
                <a:extLst>
                  <a:ext uri="{0D108BD9-81ED-4DB2-BD59-A6C34878D82A}">
                    <a16:rowId xmlns:a16="http://schemas.microsoft.com/office/drawing/2014/main" val="10001"/>
                  </a:ext>
                </a:extLst>
              </a:tr>
              <a:tr h="594360">
                <a:tc>
                  <a:txBody>
                    <a:bodyPr/>
                    <a:lstStyle/>
                    <a:p>
                      <a:pPr marL="0" indent="0">
                        <a:lnSpc>
                          <a:spcPct val="100000"/>
                        </a:lnSpc>
                        <a:spcBef>
                          <a:spcPts val="0"/>
                        </a:spcBef>
                        <a:defRPr sz="1800" b="0">
                          <a:solidFill>
                            <a:srgbClr val="0E2841"/>
                          </a:solidFill>
                          <a:latin typeface="+mn-lt"/>
                        </a:defRPr>
                      </a:pPr>
                      <a:r>
                        <a:rPr lang="es-MX"/>
                        <a:t>E2</a:t>
                      </a:r>
                    </a:p>
                  </a:txBody>
                  <a:tcPr marR="54864" marT="22860" marB="13716">
                    <a:solidFill>
                      <a:srgbClr val="F7FAFC"/>
                    </a:solidFill>
                  </a:tcPr>
                </a:tc>
                <a:tc>
                  <a:txBody>
                    <a:bodyPr/>
                    <a:lstStyle/>
                    <a:p>
                      <a:pPr marL="0" indent="0">
                        <a:lnSpc>
                          <a:spcPct val="100000"/>
                        </a:lnSpc>
                        <a:spcBef>
                          <a:spcPts val="0"/>
                        </a:spcBef>
                        <a:defRPr sz="1800" b="0">
                          <a:solidFill>
                            <a:srgbClr val="0E2841"/>
                          </a:solidFill>
                          <a:latin typeface="+mn-lt"/>
                        </a:defRPr>
                      </a:pPr>
                      <a:r>
                        <a:rPr lang="es-MX"/>
                        <a:t>Sede</a:t>
                      </a:r>
                    </a:p>
                  </a:txBody>
                  <a:tcPr marR="54864" marT="22860" marB="13716">
                    <a:solidFill>
                      <a:srgbClr val="F7FAFC"/>
                    </a:solidFill>
                  </a:tcPr>
                </a:tc>
                <a:tc>
                  <a:txBody>
                    <a:bodyPr/>
                    <a:lstStyle/>
                    <a:p>
                      <a:pPr marL="0" indent="0">
                        <a:lnSpc>
                          <a:spcPct val="100000"/>
                        </a:lnSpc>
                        <a:spcBef>
                          <a:spcPts val="0"/>
                        </a:spcBef>
                        <a:defRPr sz="1800" b="0">
                          <a:solidFill>
                            <a:srgbClr val="0E2841"/>
                          </a:solidFill>
                          <a:latin typeface="+mn-lt"/>
                        </a:defRPr>
                      </a:pPr>
                      <a:r>
                        <a:rPr lang="es-MX"/>
                        <a:t>SMS</a:t>
                      </a:r>
                    </a:p>
                  </a:txBody>
                  <a:tcPr marR="54864" marT="22860" marB="13716">
                    <a:solidFill>
                      <a:srgbClr val="F7FAFC"/>
                    </a:solidFill>
                  </a:tcPr>
                </a:tc>
                <a:extLst>
                  <a:ext uri="{0D108BD9-81ED-4DB2-BD59-A6C34878D82A}">
                    <a16:rowId xmlns:a16="http://schemas.microsoft.com/office/drawing/2014/main" val="10002"/>
                  </a:ext>
                </a:extLst>
              </a:tr>
            </a:tbl>
          </a:graphicData>
        </a:graphic>
      </p:graphicFrame>
      <p:sp>
        <p:nvSpPr>
          <p:cNvPr id="8" name="TextBox 7"/>
          <p:cNvSpPr txBox="1"/>
          <p:nvPr/>
        </p:nvSpPr>
        <p:spPr>
          <a:xfrm>
            <a:off x="5184648" y="3840480"/>
            <a:ext cx="6035040" cy="1354217"/>
          </a:xfrm>
          <a:prstGeom prst="rect">
            <a:avLst/>
          </a:prstGeom>
          <a:noFill/>
        </p:spPr>
        <p:txBody>
          <a:bodyPr wrap="square" lIns="0" tIns="0" rIns="0" bIns="0">
            <a:spAutoFit/>
          </a:bodyPr>
          <a:lstStyle/>
          <a:p>
            <a:pPr marL="0" indent="0">
              <a:lnSpc>
                <a:spcPct val="100000"/>
              </a:lnSpc>
              <a:spcBef>
                <a:spcPts val="0"/>
              </a:spcBef>
              <a:defRPr sz="2000" b="0">
                <a:solidFill>
                  <a:srgbClr val="0E2841"/>
                </a:solidFill>
                <a:latin typeface="+mn-lt"/>
              </a:defRPr>
            </a:pPr>
            <a:r>
              <a:t>Para concat horizontal: ambas tablas con una llave única y comprobada como índice.</a:t>
            </a:r>
            <a:endParaRPr lang="es-MX"/>
          </a:p>
          <a:p>
            <a:pPr marL="0" indent="0">
              <a:lnSpc>
                <a:spcPct val="100000"/>
              </a:lnSpc>
              <a:spcBef>
                <a:spcPts val="0"/>
              </a:spcBef>
              <a:defRPr sz="2000" b="0">
                <a:solidFill>
                  <a:srgbClr val="0E2841"/>
                </a:solidFill>
                <a:latin typeface="+mn-lt"/>
              </a:defRPr>
            </a:pPr>
            <a:endParaRPr lang="es-MX"/>
          </a:p>
          <a:p>
            <a:pPr marL="0" indent="0">
              <a:lnSpc>
                <a:spcPct val="100000"/>
              </a:lnSpc>
              <a:spcBef>
                <a:spcPts val="0"/>
              </a:spcBef>
              <a:defRPr sz="2000" b="0">
                <a:solidFill>
                  <a:srgbClr val="0E2841"/>
                </a:solidFill>
                <a:latin typeface="+mn-lt"/>
              </a:defRPr>
            </a:pPr>
            <a:r>
              <a:t>Con merge: declarar la llave de forma explícita.</a:t>
            </a:r>
            <a:endParaRPr lang="es-MX"/>
          </a:p>
        </p:txBody>
      </p:sp>
    </p:spTree>
    <p:extLst>
      <p:ext uri="{BB962C8B-B14F-4D97-AF65-F5344CB8AC3E}">
        <p14:creationId xmlns:p14="http://schemas.microsoft.com/office/powerpoint/2010/main" val="6979997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AF289-A52A-C633-12F2-24C0B11D6253}"/>
              </a:ext>
            </a:extLst>
          </p:cNvPr>
          <p:cNvSpPr>
            <a:spLocks noGrp="1"/>
          </p:cNvSpPr>
          <p:nvPr>
            <p:ph type="title"/>
          </p:nvPr>
        </p:nvSpPr>
        <p:spPr/>
        <p:txBody>
          <a:bodyPr wrap="square" lIns="0" tIns="0" rIns="0" bIns="0"/>
          <a:lstStyle/>
          <a:p>
            <a:pPr marL="0" indent="0">
              <a:lnSpc>
                <a:spcPct val="100000"/>
              </a:lnSpc>
              <a:spcBef>
                <a:spcPts val="0"/>
              </a:spcBef>
              <a:defRPr sz="3200" b="1">
                <a:solidFill>
                  <a:srgbClr val="1D4093"/>
                </a:solidFill>
                <a:latin typeface="+mn-lt"/>
              </a:defRPr>
            </a:pPr>
            <a:r>
              <a:rPr lang="es-MX" sz="3200"/>
              <a:t>Llaves de integración</a:t>
            </a:r>
          </a:p>
        </p:txBody>
      </p:sp>
      <p:sp>
        <p:nvSpPr>
          <p:cNvPr id="3" name="TextBox 2"/>
          <p:cNvSpPr txBox="1"/>
          <p:nvPr/>
        </p:nvSpPr>
        <p:spPr>
          <a:xfrm>
            <a:off x="868680" y="1783080"/>
            <a:ext cx="10424160" cy="492443"/>
          </a:xfrm>
          <a:prstGeom prst="rect">
            <a:avLst/>
          </a:prstGeom>
          <a:noFill/>
        </p:spPr>
        <p:txBody>
          <a:bodyPr wrap="square" lIns="0" tIns="0" rIns="0" bIns="0">
            <a:spAutoFit/>
          </a:bodyPr>
          <a:lstStyle/>
          <a:p>
            <a:pPr marL="0" indent="0">
              <a:lnSpc>
                <a:spcPct val="100000"/>
              </a:lnSpc>
              <a:spcBef>
                <a:spcPts val="0"/>
              </a:spcBef>
              <a:defRPr sz="2400" b="1">
                <a:solidFill>
                  <a:srgbClr val="1D4093"/>
                </a:solidFill>
                <a:latin typeface="+mn-lt"/>
              </a:defRPr>
            </a:pPr>
            <a:r>
              <a:t>Una llave identifica la correspondencia entre fuentes.</a:t>
            </a:r>
            <a:endParaRPr lang="es-MX"/>
          </a:p>
        </p:txBody>
      </p:sp>
      <p:graphicFrame>
        <p:nvGraphicFramePr>
          <p:cNvPr id="4" name="Table 3"/>
          <p:cNvGraphicFramePr>
            <a:graphicFrameLocks noGrp="1"/>
          </p:cNvGraphicFramePr>
          <p:nvPr>
            <p:extLst>
              <p:ext uri="{D42A27DB-BD31-4B8C-83A1-F6EECF244321}">
                <p14:modId xmlns:p14="http://schemas.microsoft.com/office/powerpoint/2010/main" val="1269170096"/>
              </p:ext>
            </p:extLst>
          </p:nvPr>
        </p:nvGraphicFramePr>
        <p:xfrm>
          <a:off x="868680" y="2606040"/>
          <a:ext cx="5577839" cy="2761488"/>
        </p:xfrm>
        <a:graphic>
          <a:graphicData uri="http://schemas.openxmlformats.org/drawingml/2006/table">
            <a:tbl>
              <a:tblPr firstRow="1" bandRow="1">
                <a:tableStyleId>{5C22544A-7EE6-4342-B048-85BDC9FD1C3A}</a:tableStyleId>
              </a:tblPr>
              <a:tblGrid>
                <a:gridCol w="2065866">
                  <a:extLst>
                    <a:ext uri="{9D8B030D-6E8A-4147-A177-3AD203B41FA5}">
                      <a16:colId xmlns:a16="http://schemas.microsoft.com/office/drawing/2014/main" val="20000"/>
                    </a:ext>
                  </a:extLst>
                </a:gridCol>
                <a:gridCol w="3511973">
                  <a:extLst>
                    <a:ext uri="{9D8B030D-6E8A-4147-A177-3AD203B41FA5}">
                      <a16:colId xmlns:a16="http://schemas.microsoft.com/office/drawing/2014/main" val="20001"/>
                    </a:ext>
                  </a:extLst>
                </a:gridCol>
              </a:tblGrid>
              <a:tr h="502920">
                <a:tc>
                  <a:txBody>
                    <a:bodyPr/>
                    <a:lstStyle/>
                    <a:p>
                      <a:pPr marL="0" indent="0">
                        <a:lnSpc>
                          <a:spcPct val="100000"/>
                        </a:lnSpc>
                        <a:spcBef>
                          <a:spcPts val="0"/>
                        </a:spcBef>
                        <a:defRPr sz="1800" b="1">
                          <a:solidFill>
                            <a:srgbClr val="FFFFFF"/>
                          </a:solidFill>
                          <a:latin typeface="+mn-lt"/>
                        </a:defRPr>
                      </a:pPr>
                      <a:r>
                        <a:rPr lang="es-MX"/>
                        <a:t>Cuidado</a:t>
                      </a:r>
                    </a:p>
                  </a:txBody>
                  <a:tcPr marR="54864" marT="22860" marB="13716">
                    <a:solidFill>
                      <a:srgbClr val="1D4093"/>
                    </a:solidFill>
                  </a:tcPr>
                </a:tc>
                <a:tc>
                  <a:txBody>
                    <a:bodyPr/>
                    <a:lstStyle/>
                    <a:p>
                      <a:pPr marL="0" indent="0">
                        <a:lnSpc>
                          <a:spcPct val="100000"/>
                        </a:lnSpc>
                        <a:spcBef>
                          <a:spcPts val="0"/>
                        </a:spcBef>
                        <a:defRPr sz="1800" b="1">
                          <a:solidFill>
                            <a:srgbClr val="FFFFFF"/>
                          </a:solidFill>
                          <a:latin typeface="+mn-lt"/>
                        </a:defRPr>
                      </a:pPr>
                      <a:r>
                        <a:rPr lang="es-MX"/>
                        <a:t>Criterio</a:t>
                      </a:r>
                    </a:p>
                  </a:txBody>
                  <a:tcPr marR="54864" marT="22860" marB="13716">
                    <a:solidFill>
                      <a:srgbClr val="1D4093"/>
                    </a:solidFill>
                  </a:tcPr>
                </a:tc>
                <a:extLst>
                  <a:ext uri="{0D108BD9-81ED-4DB2-BD59-A6C34878D82A}">
                    <a16:rowId xmlns:a16="http://schemas.microsoft.com/office/drawing/2014/main" val="10000"/>
                  </a:ext>
                </a:extLst>
              </a:tr>
              <a:tr h="502920">
                <a:tc>
                  <a:txBody>
                    <a:bodyPr/>
                    <a:lstStyle/>
                    <a:p>
                      <a:pPr marL="0" indent="0">
                        <a:lnSpc>
                          <a:spcPct val="100000"/>
                        </a:lnSpc>
                        <a:spcBef>
                          <a:spcPts val="0"/>
                        </a:spcBef>
                        <a:defRPr sz="1800" b="0">
                          <a:solidFill>
                            <a:srgbClr val="0E2841"/>
                          </a:solidFill>
                          <a:latin typeface="+mn-lt"/>
                        </a:defRPr>
                      </a:pPr>
                      <a:r>
                        <a:rPr lang="es-MX"/>
                        <a:t>Ceros iniciales</a:t>
                      </a:r>
                    </a:p>
                  </a:txBody>
                  <a:tcPr marR="54864" marT="22860" marB="13716">
                    <a:solidFill>
                      <a:srgbClr val="EAF5FA"/>
                    </a:solidFill>
                  </a:tcPr>
                </a:tc>
                <a:tc>
                  <a:txBody>
                    <a:bodyPr/>
                    <a:lstStyle/>
                    <a:p>
                      <a:pPr marL="0" indent="0">
                        <a:lnSpc>
                          <a:spcPct val="100000"/>
                        </a:lnSpc>
                        <a:spcBef>
                          <a:spcPts val="0"/>
                        </a:spcBef>
                        <a:defRPr sz="1800" b="0">
                          <a:solidFill>
                            <a:srgbClr val="0E2841"/>
                          </a:solidFill>
                          <a:latin typeface="+mn-lt"/>
                        </a:defRPr>
                      </a:pPr>
                      <a:r>
                        <a:rPr lang="es-MX"/>
                        <a:t>Conservar la llave como texto</a:t>
                      </a:r>
                    </a:p>
                  </a:txBody>
                  <a:tcPr marR="54864" marT="22860" marB="13716">
                    <a:solidFill>
                      <a:srgbClr val="EAF5FA"/>
                    </a:solidFill>
                  </a:tcPr>
                </a:tc>
                <a:extLst>
                  <a:ext uri="{0D108BD9-81ED-4DB2-BD59-A6C34878D82A}">
                    <a16:rowId xmlns:a16="http://schemas.microsoft.com/office/drawing/2014/main" val="10001"/>
                  </a:ext>
                </a:extLst>
              </a:tr>
              <a:tr h="502920">
                <a:tc>
                  <a:txBody>
                    <a:bodyPr/>
                    <a:lstStyle/>
                    <a:p>
                      <a:pPr marL="0" indent="0">
                        <a:lnSpc>
                          <a:spcPct val="100000"/>
                        </a:lnSpc>
                        <a:spcBef>
                          <a:spcPts val="0"/>
                        </a:spcBef>
                        <a:defRPr sz="1800" b="0">
                          <a:solidFill>
                            <a:srgbClr val="0E2841"/>
                          </a:solidFill>
                          <a:latin typeface="+mn-lt"/>
                        </a:defRPr>
                      </a:pPr>
                      <a:r>
                        <a:rPr lang="es-MX"/>
                        <a:t>Espacios exteriores</a:t>
                      </a:r>
                    </a:p>
                  </a:txBody>
                  <a:tcPr marR="54864" marT="22860" marB="13716">
                    <a:solidFill>
                      <a:srgbClr val="F7FAFC"/>
                    </a:solidFill>
                  </a:tcPr>
                </a:tc>
                <a:tc>
                  <a:txBody>
                    <a:bodyPr/>
                    <a:lstStyle/>
                    <a:p>
                      <a:pPr marL="0" indent="0">
                        <a:lnSpc>
                          <a:spcPct val="100000"/>
                        </a:lnSpc>
                        <a:spcBef>
                          <a:spcPts val="0"/>
                        </a:spcBef>
                        <a:defRPr sz="1800" b="0">
                          <a:solidFill>
                            <a:srgbClr val="0E2841"/>
                          </a:solidFill>
                          <a:latin typeface="+mn-lt"/>
                        </a:defRPr>
                      </a:pPr>
                      <a:r>
                        <a:rPr lang="es-MX"/>
                        <a:t>Quitar espacios sin cambiar el significado</a:t>
                      </a:r>
                    </a:p>
                  </a:txBody>
                  <a:tcPr marR="54864" marT="22860" marB="13716">
                    <a:solidFill>
                      <a:srgbClr val="F7FAFC"/>
                    </a:solidFill>
                  </a:tcPr>
                </a:tc>
                <a:extLst>
                  <a:ext uri="{0D108BD9-81ED-4DB2-BD59-A6C34878D82A}">
                    <a16:rowId xmlns:a16="http://schemas.microsoft.com/office/drawing/2014/main" val="10002"/>
                  </a:ext>
                </a:extLst>
              </a:tr>
              <a:tr h="502920">
                <a:tc>
                  <a:txBody>
                    <a:bodyPr/>
                    <a:lstStyle/>
                    <a:p>
                      <a:pPr marL="0" indent="0">
                        <a:lnSpc>
                          <a:spcPct val="100000"/>
                        </a:lnSpc>
                        <a:spcBef>
                          <a:spcPts val="0"/>
                        </a:spcBef>
                        <a:defRPr sz="1800" b="0">
                          <a:solidFill>
                            <a:srgbClr val="0E2841"/>
                          </a:solidFill>
                          <a:latin typeface="+mn-lt"/>
                        </a:defRPr>
                      </a:pPr>
                      <a:r>
                        <a:rPr lang="es-MX"/>
                        <a:t>Tipos distintos</a:t>
                      </a:r>
                    </a:p>
                  </a:txBody>
                  <a:tcPr marR="54864" marT="22860" marB="13716">
                    <a:solidFill>
                      <a:srgbClr val="EAF5FA"/>
                    </a:solidFill>
                  </a:tcPr>
                </a:tc>
                <a:tc>
                  <a:txBody>
                    <a:bodyPr/>
                    <a:lstStyle/>
                    <a:p>
                      <a:pPr marL="0" indent="0">
                        <a:lnSpc>
                          <a:spcPct val="100000"/>
                        </a:lnSpc>
                        <a:spcBef>
                          <a:spcPts val="0"/>
                        </a:spcBef>
                        <a:defRPr sz="1800" b="0">
                          <a:solidFill>
                            <a:srgbClr val="0E2841"/>
                          </a:solidFill>
                          <a:latin typeface="+mn-lt"/>
                        </a:defRPr>
                      </a:pPr>
                      <a:r>
                        <a:rPr lang="es-MX"/>
                        <a:t>Usar tipos consistentes en ambas fuentes</a:t>
                      </a:r>
                    </a:p>
                  </a:txBody>
                  <a:tcPr marR="54864" marT="22860" marB="13716">
                    <a:solidFill>
                      <a:srgbClr val="EAF5FA"/>
                    </a:solidFill>
                  </a:tcPr>
                </a:tc>
                <a:extLst>
                  <a:ext uri="{0D108BD9-81ED-4DB2-BD59-A6C34878D82A}">
                    <a16:rowId xmlns:a16="http://schemas.microsoft.com/office/drawing/2014/main" val="10003"/>
                  </a:ext>
                </a:extLst>
              </a:tr>
              <a:tr h="502920">
                <a:tc>
                  <a:txBody>
                    <a:bodyPr/>
                    <a:lstStyle/>
                    <a:p>
                      <a:pPr marL="0" indent="0">
                        <a:lnSpc>
                          <a:spcPct val="100000"/>
                        </a:lnSpc>
                        <a:spcBef>
                          <a:spcPts val="0"/>
                        </a:spcBef>
                        <a:defRPr sz="1800" b="0">
                          <a:solidFill>
                            <a:srgbClr val="0E2841"/>
                          </a:solidFill>
                          <a:latin typeface="+mn-lt"/>
                        </a:defRPr>
                      </a:pPr>
                      <a:r>
                        <a:rPr lang="es-MX"/>
                        <a:t>Nombre de persona</a:t>
                      </a:r>
                    </a:p>
                  </a:txBody>
                  <a:tcPr marR="54864" marT="22860" marB="13716">
                    <a:solidFill>
                      <a:srgbClr val="F7FAFC"/>
                    </a:solidFill>
                  </a:tcPr>
                </a:tc>
                <a:tc>
                  <a:txBody>
                    <a:bodyPr/>
                    <a:lstStyle/>
                    <a:p>
                      <a:pPr marL="0" indent="0">
                        <a:lnSpc>
                          <a:spcPct val="100000"/>
                        </a:lnSpc>
                        <a:spcBef>
                          <a:spcPts val="0"/>
                        </a:spcBef>
                        <a:defRPr sz="1800" b="0">
                          <a:solidFill>
                            <a:srgbClr val="0E2841"/>
                          </a:solidFill>
                          <a:latin typeface="+mn-lt"/>
                        </a:defRPr>
                      </a:pPr>
                      <a:r>
                        <a:rPr lang="es-MX"/>
                        <a:t>Evitarlo como llave de integración</a:t>
                      </a:r>
                    </a:p>
                  </a:txBody>
                  <a:tcPr marR="54864" marT="22860" marB="13716">
                    <a:solidFill>
                      <a:srgbClr val="F7FAFC"/>
                    </a:solidFill>
                  </a:tcPr>
                </a:tc>
                <a:extLst>
                  <a:ext uri="{0D108BD9-81ED-4DB2-BD59-A6C34878D82A}">
                    <a16:rowId xmlns:a16="http://schemas.microsoft.com/office/drawing/2014/main" val="10004"/>
                  </a:ext>
                </a:extLst>
              </a:tr>
            </a:tbl>
          </a:graphicData>
        </a:graphic>
      </p:graphicFrame>
      <p:sp>
        <p:nvSpPr>
          <p:cNvPr id="5" name="TextBox 4"/>
          <p:cNvSpPr txBox="1"/>
          <p:nvPr/>
        </p:nvSpPr>
        <p:spPr>
          <a:xfrm>
            <a:off x="6858000" y="2606040"/>
            <a:ext cx="4389120" cy="369332"/>
          </a:xfrm>
          <a:prstGeom prst="rect">
            <a:avLst/>
          </a:prstGeom>
          <a:noFill/>
        </p:spPr>
        <p:txBody>
          <a:bodyPr wrap="square" lIns="0" tIns="0" rIns="0" bIns="0">
            <a:spAutoFit/>
          </a:bodyPr>
          <a:lstStyle/>
          <a:p>
            <a:pPr marL="0" indent="0">
              <a:lnSpc>
                <a:spcPct val="100000"/>
              </a:lnSpc>
              <a:spcBef>
                <a:spcPts val="0"/>
              </a:spcBef>
              <a:defRPr sz="2000" b="1">
                <a:solidFill>
                  <a:srgbClr val="1D4093"/>
                </a:solidFill>
                <a:latin typeface="+mn-lt"/>
              </a:defRPr>
            </a:pPr>
            <a:r>
              <a:t>Ejemplo de llave compuesta</a:t>
            </a:r>
            <a:endParaRPr lang="es-MX"/>
          </a:p>
        </p:txBody>
      </p:sp>
      <p:sp>
        <p:nvSpPr>
          <p:cNvPr id="6" name="TextBox 5"/>
          <p:cNvSpPr txBox="1"/>
          <p:nvPr/>
        </p:nvSpPr>
        <p:spPr>
          <a:xfrm>
            <a:off x="6858000" y="3291840"/>
            <a:ext cx="4389120" cy="369332"/>
          </a:xfrm>
          <a:prstGeom prst="rect">
            <a:avLst/>
          </a:prstGeom>
          <a:noFill/>
        </p:spPr>
        <p:txBody>
          <a:bodyPr wrap="square" lIns="0" tIns="0" rIns="0" bIns="0">
            <a:spAutoFit/>
          </a:bodyPr>
          <a:lstStyle/>
          <a:p>
            <a:pPr marL="0" indent="0">
              <a:lnSpc>
                <a:spcPct val="100000"/>
              </a:lnSpc>
              <a:spcBef>
                <a:spcPts val="0"/>
              </a:spcBef>
              <a:defRPr sz="2000" b="0">
                <a:solidFill>
                  <a:srgbClr val="1D4093"/>
                </a:solidFill>
                <a:latin typeface="+mn-lt"/>
              </a:defRPr>
            </a:pPr>
            <a:r>
              <a:t>id_estudiante + periodo</a:t>
            </a:r>
            <a:endParaRPr lang="es-MX"/>
          </a:p>
        </p:txBody>
      </p:sp>
      <p:sp>
        <p:nvSpPr>
          <p:cNvPr id="7" name="TextBox 6"/>
          <p:cNvSpPr txBox="1"/>
          <p:nvPr/>
        </p:nvSpPr>
        <p:spPr>
          <a:xfrm>
            <a:off x="6858000" y="3840480"/>
            <a:ext cx="4389120" cy="1354217"/>
          </a:xfrm>
          <a:prstGeom prst="rect">
            <a:avLst/>
          </a:prstGeom>
          <a:noFill/>
        </p:spPr>
        <p:txBody>
          <a:bodyPr wrap="square" lIns="0" tIns="0" rIns="0" bIns="0">
            <a:spAutoFit/>
          </a:bodyPr>
          <a:lstStyle/>
          <a:p>
            <a:pPr marL="0" indent="0">
              <a:lnSpc>
                <a:spcPct val="100000"/>
              </a:lnSpc>
              <a:spcBef>
                <a:spcPts val="0"/>
              </a:spcBef>
              <a:defRPr sz="2000" b="0">
                <a:solidFill>
                  <a:srgbClr val="0E2841"/>
                </a:solidFill>
                <a:latin typeface="+mn-lt"/>
              </a:defRPr>
            </a:pPr>
            <a:r>
              <a:t>Una fuente guarda un estado por semestre.</a:t>
            </a:r>
            <a:endParaRPr lang="es-MX"/>
          </a:p>
          <a:p>
            <a:pPr marL="0" indent="0">
              <a:lnSpc>
                <a:spcPct val="100000"/>
              </a:lnSpc>
              <a:spcBef>
                <a:spcPts val="0"/>
              </a:spcBef>
              <a:defRPr sz="2000" b="0">
                <a:solidFill>
                  <a:srgbClr val="0E2841"/>
                </a:solidFill>
                <a:latin typeface="+mn-lt"/>
              </a:defRPr>
            </a:pPr>
            <a:endParaRPr lang="es-MX"/>
          </a:p>
          <a:p>
            <a:pPr marL="0" indent="0">
              <a:lnSpc>
                <a:spcPct val="100000"/>
              </a:lnSpc>
              <a:spcBef>
                <a:spcPts val="0"/>
              </a:spcBef>
              <a:defRPr sz="2000" b="0">
                <a:solidFill>
                  <a:srgbClr val="0E2841"/>
                </a:solidFill>
                <a:latin typeface="+mn-lt"/>
              </a:defRPr>
            </a:pPr>
            <a:r>
              <a:t>id_estudiante solo resulta insuficiente.</a:t>
            </a:r>
            <a:endParaRPr lang="es-MX"/>
          </a:p>
        </p:txBody>
      </p:sp>
      <p:sp>
        <p:nvSpPr>
          <p:cNvPr id="8" name="TextBox 7"/>
          <p:cNvSpPr txBox="1"/>
          <p:nvPr/>
        </p:nvSpPr>
        <p:spPr>
          <a:xfrm>
            <a:off x="868680" y="5440680"/>
            <a:ext cx="10424160" cy="282065"/>
          </a:xfrm>
          <a:prstGeom prst="rect">
            <a:avLst/>
          </a:prstGeom>
          <a:noFill/>
        </p:spPr>
        <p:txBody>
          <a:bodyPr wrap="square" lIns="0" tIns="0" rIns="0" bIns="0">
            <a:spAutoFit/>
          </a:bodyPr>
          <a:lstStyle/>
          <a:p>
            <a:pPr marL="0" indent="0">
              <a:lnSpc>
                <a:spcPct val="105000"/>
              </a:lnSpc>
              <a:spcBef>
                <a:spcPts val="0"/>
              </a:spcBef>
              <a:spcAft>
                <a:spcPts val="700"/>
              </a:spcAft>
              <a:buNone/>
              <a:defRPr sz="1800" b="0">
                <a:solidFill>
                  <a:srgbClr val="0E2841"/>
                </a:solidFill>
                <a:latin typeface="+mn-lt"/>
              </a:defRPr>
            </a:pPr>
            <a:r>
              <a:t>Esta fuente de estados semestrales no se ejecuta en el laboratorio principal.</a:t>
            </a:r>
            <a:endParaRPr lang="es-MX"/>
          </a:p>
        </p:txBody>
      </p:sp>
    </p:spTree>
    <p:extLst>
      <p:ext uri="{BB962C8B-B14F-4D97-AF65-F5344CB8AC3E}">
        <p14:creationId xmlns:p14="http://schemas.microsoft.com/office/powerpoint/2010/main" val="3552669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AF289-A52A-C633-12F2-24C0B11D6253}"/>
              </a:ext>
            </a:extLst>
          </p:cNvPr>
          <p:cNvSpPr>
            <a:spLocks noGrp="1"/>
          </p:cNvSpPr>
          <p:nvPr>
            <p:ph type="title"/>
          </p:nvPr>
        </p:nvSpPr>
        <p:spPr/>
        <p:txBody>
          <a:bodyPr wrap="square" lIns="0" tIns="0" rIns="0" bIns="0"/>
          <a:lstStyle/>
          <a:p>
            <a:pPr marL="0" indent="0">
              <a:lnSpc>
                <a:spcPct val="100000"/>
              </a:lnSpc>
              <a:spcBef>
                <a:spcPts val="0"/>
              </a:spcBef>
              <a:defRPr sz="3200" b="1">
                <a:solidFill>
                  <a:srgbClr val="1D4093"/>
                </a:solidFill>
                <a:latin typeface="+mn-lt"/>
              </a:defRPr>
            </a:pPr>
            <a:r>
              <a:rPr lang="es-MX" sz="3200"/>
              <a:t>Tipos de unión · Tabla de referencia</a:t>
            </a:r>
          </a:p>
        </p:txBody>
      </p:sp>
      <p:sp>
        <p:nvSpPr>
          <p:cNvPr id="3" name="TextBox 2"/>
          <p:cNvSpPr txBox="1"/>
          <p:nvPr/>
        </p:nvSpPr>
        <p:spPr>
          <a:xfrm>
            <a:off x="868679" y="1828800"/>
            <a:ext cx="5013961" cy="307777"/>
          </a:xfrm>
          <a:prstGeom prst="rect">
            <a:avLst/>
          </a:prstGeom>
          <a:noFill/>
        </p:spPr>
        <p:txBody>
          <a:bodyPr wrap="square" lIns="0" tIns="0" rIns="0" bIns="0">
            <a:spAutoFit/>
          </a:bodyPr>
          <a:lstStyle/>
          <a:p>
            <a:pPr>
              <a:defRPr sz="2000" b="1">
                <a:solidFill>
                  <a:srgbClr val="1D4093"/>
                </a:solidFill>
                <a:latin typeface="+mn-lt"/>
              </a:defRPr>
            </a:pPr>
            <a:r>
              <a:rPr dirty="0"/>
              <a:t>Izquierda: </a:t>
            </a:r>
            <a:r>
              <a:rPr dirty="0" err="1"/>
              <a:t>matrículas</a:t>
            </a:r>
            <a:r>
              <a:rPr lang="es-CO" dirty="0"/>
              <a:t> (</a:t>
            </a:r>
            <a:r>
              <a:rPr lang="es-CO" sz="2000" b="1" dirty="0">
                <a:solidFill>
                  <a:srgbClr val="1D4093"/>
                </a:solidFill>
              </a:rPr>
              <a:t>m = matrículas</a:t>
            </a:r>
            <a:r>
              <a:rPr lang="es-CO" dirty="0"/>
              <a:t>)</a:t>
            </a:r>
            <a:endParaRPr lang="es-MX" dirty="0"/>
          </a:p>
        </p:txBody>
      </p:sp>
      <p:sp>
        <p:nvSpPr>
          <p:cNvPr id="4" name="TextBox 3"/>
          <p:cNvSpPr txBox="1"/>
          <p:nvPr/>
        </p:nvSpPr>
        <p:spPr>
          <a:xfrm>
            <a:off x="6309360" y="1828800"/>
            <a:ext cx="4846320" cy="307777"/>
          </a:xfrm>
          <a:prstGeom prst="rect">
            <a:avLst/>
          </a:prstGeom>
          <a:noFill/>
        </p:spPr>
        <p:txBody>
          <a:bodyPr wrap="square" lIns="0" tIns="0" rIns="0" bIns="0">
            <a:spAutoFit/>
          </a:bodyPr>
          <a:lstStyle/>
          <a:p>
            <a:pPr>
              <a:defRPr sz="2000" b="1">
                <a:solidFill>
                  <a:srgbClr val="1D4093"/>
                </a:solidFill>
                <a:latin typeface="+mn-lt"/>
              </a:defRPr>
            </a:pPr>
            <a:r>
              <a:rPr dirty="0" err="1"/>
              <a:t>Derecha</a:t>
            </a:r>
            <a:r>
              <a:rPr dirty="0"/>
              <a:t>: </a:t>
            </a:r>
            <a:r>
              <a:rPr dirty="0" err="1"/>
              <a:t>estudiantes</a:t>
            </a:r>
            <a:r>
              <a:rPr lang="es-CO" dirty="0"/>
              <a:t> (</a:t>
            </a:r>
            <a:r>
              <a:rPr lang="es-MX" sz="2000" b="1" dirty="0">
                <a:solidFill>
                  <a:srgbClr val="1D4093"/>
                </a:solidFill>
              </a:rPr>
              <a:t>e = estudiantes</a:t>
            </a:r>
            <a:r>
              <a:rPr lang="es-CO" dirty="0"/>
              <a:t>)</a:t>
            </a:r>
            <a:endParaRPr lang="es-MX" dirty="0"/>
          </a:p>
        </p:txBody>
      </p:sp>
      <p:graphicFrame>
        <p:nvGraphicFramePr>
          <p:cNvPr id="5" name="Table 4"/>
          <p:cNvGraphicFramePr>
            <a:graphicFrameLocks noGrp="1"/>
          </p:cNvGraphicFramePr>
          <p:nvPr>
            <p:extLst>
              <p:ext uri="{D42A27DB-BD31-4B8C-83A1-F6EECF244321}">
                <p14:modId xmlns:p14="http://schemas.microsoft.com/office/powerpoint/2010/main" val="1202801755"/>
              </p:ext>
            </p:extLst>
          </p:nvPr>
        </p:nvGraphicFramePr>
        <p:xfrm>
          <a:off x="868680" y="2377440"/>
          <a:ext cx="4709160" cy="2194560"/>
        </p:xfrm>
        <a:graphic>
          <a:graphicData uri="http://schemas.openxmlformats.org/drawingml/2006/table">
            <a:tbl>
              <a:tblPr firstRow="1" bandRow="1">
                <a:tableStyleId>{5C22544A-7EE6-4342-B048-85BDC9FD1C3A}</a:tableStyleId>
              </a:tblPr>
              <a:tblGrid>
                <a:gridCol w="2354580">
                  <a:extLst>
                    <a:ext uri="{9D8B030D-6E8A-4147-A177-3AD203B41FA5}">
                      <a16:colId xmlns:a16="http://schemas.microsoft.com/office/drawing/2014/main" val="20000"/>
                    </a:ext>
                  </a:extLst>
                </a:gridCol>
                <a:gridCol w="2354580">
                  <a:extLst>
                    <a:ext uri="{9D8B030D-6E8A-4147-A177-3AD203B41FA5}">
                      <a16:colId xmlns:a16="http://schemas.microsoft.com/office/drawing/2014/main" val="20001"/>
                    </a:ext>
                  </a:extLst>
                </a:gridCol>
              </a:tblGrid>
              <a:tr h="548640">
                <a:tc>
                  <a:txBody>
                    <a:bodyPr/>
                    <a:lstStyle/>
                    <a:p>
                      <a:pPr marL="0" indent="0">
                        <a:lnSpc>
                          <a:spcPct val="100000"/>
                        </a:lnSpc>
                        <a:spcBef>
                          <a:spcPts val="0"/>
                        </a:spcBef>
                        <a:defRPr sz="1800" b="1">
                          <a:solidFill>
                            <a:srgbClr val="FFFFFF"/>
                          </a:solidFill>
                          <a:latin typeface="+mn-lt"/>
                        </a:defRPr>
                      </a:pPr>
                      <a:r>
                        <a:rPr lang="es-MX"/>
                        <a:t>id_matricula</a:t>
                      </a:r>
                    </a:p>
                  </a:txBody>
                  <a:tcPr marR="54864" marT="22860" marB="13716">
                    <a:solidFill>
                      <a:srgbClr val="1D4093"/>
                    </a:solidFill>
                  </a:tcPr>
                </a:tc>
                <a:tc>
                  <a:txBody>
                    <a:bodyPr/>
                    <a:lstStyle/>
                    <a:p>
                      <a:pPr marL="0" indent="0">
                        <a:lnSpc>
                          <a:spcPct val="100000"/>
                        </a:lnSpc>
                        <a:spcBef>
                          <a:spcPts val="0"/>
                        </a:spcBef>
                        <a:defRPr sz="1800" b="1">
                          <a:solidFill>
                            <a:srgbClr val="FFFFFF"/>
                          </a:solidFill>
                          <a:latin typeface="+mn-lt"/>
                        </a:defRPr>
                      </a:pPr>
                      <a:r>
                        <a:rPr lang="es-MX"/>
                        <a:t>id_estudiante</a:t>
                      </a:r>
                    </a:p>
                  </a:txBody>
                  <a:tcPr marR="54864" marT="22860" marB="13716">
                    <a:solidFill>
                      <a:srgbClr val="1D4093"/>
                    </a:solidFill>
                  </a:tcPr>
                </a:tc>
                <a:extLst>
                  <a:ext uri="{0D108BD9-81ED-4DB2-BD59-A6C34878D82A}">
                    <a16:rowId xmlns:a16="http://schemas.microsoft.com/office/drawing/2014/main" val="10000"/>
                  </a:ext>
                </a:extLst>
              </a:tr>
              <a:tr h="548640">
                <a:tc>
                  <a:txBody>
                    <a:bodyPr/>
                    <a:lstStyle/>
                    <a:p>
                      <a:pPr marL="0" indent="0">
                        <a:lnSpc>
                          <a:spcPct val="100000"/>
                        </a:lnSpc>
                        <a:spcBef>
                          <a:spcPts val="0"/>
                        </a:spcBef>
                        <a:defRPr sz="1800" b="0">
                          <a:solidFill>
                            <a:srgbClr val="0E2841"/>
                          </a:solidFill>
                          <a:latin typeface="+mn-lt"/>
                        </a:defRPr>
                      </a:pPr>
                      <a:r>
                        <a:rPr lang="es-MX"/>
                        <a:t>L1</a:t>
                      </a:r>
                    </a:p>
                  </a:txBody>
                  <a:tcPr marR="54864" marT="22860" marB="13716">
                    <a:solidFill>
                      <a:srgbClr val="EAF5FA"/>
                    </a:solidFill>
                  </a:tcPr>
                </a:tc>
                <a:tc>
                  <a:txBody>
                    <a:bodyPr/>
                    <a:lstStyle/>
                    <a:p>
                      <a:pPr marL="0" indent="0">
                        <a:lnSpc>
                          <a:spcPct val="100000"/>
                        </a:lnSpc>
                        <a:spcBef>
                          <a:spcPts val="0"/>
                        </a:spcBef>
                        <a:defRPr sz="1800" b="0">
                          <a:solidFill>
                            <a:srgbClr val="0E2841"/>
                          </a:solidFill>
                          <a:latin typeface="+mn-lt"/>
                        </a:defRPr>
                      </a:pPr>
                      <a:r>
                        <a:rPr lang="es-MX" dirty="0"/>
                        <a:t>E1</a:t>
                      </a:r>
                    </a:p>
                  </a:txBody>
                  <a:tcPr marR="54864" marT="22860" marB="13716">
                    <a:solidFill>
                      <a:srgbClr val="EAF5FA"/>
                    </a:solidFill>
                  </a:tcPr>
                </a:tc>
                <a:extLst>
                  <a:ext uri="{0D108BD9-81ED-4DB2-BD59-A6C34878D82A}">
                    <a16:rowId xmlns:a16="http://schemas.microsoft.com/office/drawing/2014/main" val="10001"/>
                  </a:ext>
                </a:extLst>
              </a:tr>
              <a:tr h="548640">
                <a:tc>
                  <a:txBody>
                    <a:bodyPr/>
                    <a:lstStyle/>
                    <a:p>
                      <a:pPr marL="0" indent="0">
                        <a:lnSpc>
                          <a:spcPct val="100000"/>
                        </a:lnSpc>
                        <a:spcBef>
                          <a:spcPts val="0"/>
                        </a:spcBef>
                        <a:defRPr sz="1800" b="0">
                          <a:solidFill>
                            <a:srgbClr val="0E2841"/>
                          </a:solidFill>
                          <a:latin typeface="+mn-lt"/>
                        </a:defRPr>
                      </a:pPr>
                      <a:r>
                        <a:rPr lang="es-MX"/>
                        <a:t>L2</a:t>
                      </a:r>
                    </a:p>
                  </a:txBody>
                  <a:tcPr marR="54864" marT="22860" marB="13716">
                    <a:solidFill>
                      <a:srgbClr val="F7FAFC"/>
                    </a:solidFill>
                  </a:tcPr>
                </a:tc>
                <a:tc>
                  <a:txBody>
                    <a:bodyPr/>
                    <a:lstStyle/>
                    <a:p>
                      <a:pPr marL="0" indent="0">
                        <a:lnSpc>
                          <a:spcPct val="100000"/>
                        </a:lnSpc>
                        <a:spcBef>
                          <a:spcPts val="0"/>
                        </a:spcBef>
                        <a:defRPr sz="1800" b="0">
                          <a:solidFill>
                            <a:srgbClr val="0E2841"/>
                          </a:solidFill>
                          <a:latin typeface="+mn-lt"/>
                        </a:defRPr>
                      </a:pPr>
                      <a:r>
                        <a:rPr lang="es-MX" dirty="0"/>
                        <a:t>E2</a:t>
                      </a:r>
                    </a:p>
                  </a:txBody>
                  <a:tcPr marR="54864" marT="22860" marB="13716">
                    <a:solidFill>
                      <a:srgbClr val="F7FAFC"/>
                    </a:solidFill>
                  </a:tcPr>
                </a:tc>
                <a:extLst>
                  <a:ext uri="{0D108BD9-81ED-4DB2-BD59-A6C34878D82A}">
                    <a16:rowId xmlns:a16="http://schemas.microsoft.com/office/drawing/2014/main" val="10002"/>
                  </a:ext>
                </a:extLst>
              </a:tr>
              <a:tr h="548640">
                <a:tc>
                  <a:txBody>
                    <a:bodyPr/>
                    <a:lstStyle/>
                    <a:p>
                      <a:pPr marL="0" indent="0">
                        <a:lnSpc>
                          <a:spcPct val="100000"/>
                        </a:lnSpc>
                        <a:spcBef>
                          <a:spcPts val="0"/>
                        </a:spcBef>
                        <a:defRPr sz="1800" b="0">
                          <a:solidFill>
                            <a:srgbClr val="0E2841"/>
                          </a:solidFill>
                          <a:latin typeface="+mn-lt"/>
                        </a:defRPr>
                      </a:pPr>
                      <a:r>
                        <a:rPr lang="es-MX" dirty="0"/>
                        <a:t>L3</a:t>
                      </a:r>
                    </a:p>
                  </a:txBody>
                  <a:tcPr marR="54864" marT="22860" marB="13716">
                    <a:solidFill>
                      <a:srgbClr val="EAF5FA"/>
                    </a:solidFill>
                  </a:tcPr>
                </a:tc>
                <a:tc>
                  <a:txBody>
                    <a:bodyPr/>
                    <a:lstStyle/>
                    <a:p>
                      <a:pPr marL="0" indent="0">
                        <a:lnSpc>
                          <a:spcPct val="100000"/>
                        </a:lnSpc>
                        <a:spcBef>
                          <a:spcPts val="0"/>
                        </a:spcBef>
                        <a:defRPr sz="1800" b="0">
                          <a:solidFill>
                            <a:srgbClr val="0E2841"/>
                          </a:solidFill>
                          <a:latin typeface="+mn-lt"/>
                        </a:defRPr>
                      </a:pPr>
                      <a:r>
                        <a:rPr lang="es-MX" dirty="0"/>
                        <a:t>E3</a:t>
                      </a:r>
                    </a:p>
                  </a:txBody>
                  <a:tcPr marR="54864" marT="22860" marB="13716">
                    <a:solidFill>
                      <a:srgbClr val="EAF5FA"/>
                    </a:solidFill>
                  </a:tcPr>
                </a:tc>
                <a:extLst>
                  <a:ext uri="{0D108BD9-81ED-4DB2-BD59-A6C34878D82A}">
                    <a16:rowId xmlns:a16="http://schemas.microsoft.com/office/drawing/2014/main" val="10003"/>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572326648"/>
              </p:ext>
            </p:extLst>
          </p:nvPr>
        </p:nvGraphicFramePr>
        <p:xfrm>
          <a:off x="6309360" y="2377440"/>
          <a:ext cx="5029199" cy="2194560"/>
        </p:xfrm>
        <a:graphic>
          <a:graphicData uri="http://schemas.openxmlformats.org/drawingml/2006/table">
            <a:tbl>
              <a:tblPr firstRow="1" bandRow="1">
                <a:tableStyleId>{5C22544A-7EE6-4342-B048-85BDC9FD1C3A}</a:tableStyleId>
              </a:tblPr>
              <a:tblGrid>
                <a:gridCol w="2186608">
                  <a:extLst>
                    <a:ext uri="{9D8B030D-6E8A-4147-A177-3AD203B41FA5}">
                      <a16:colId xmlns:a16="http://schemas.microsoft.com/office/drawing/2014/main" val="20000"/>
                    </a:ext>
                  </a:extLst>
                </a:gridCol>
                <a:gridCol w="2842591">
                  <a:extLst>
                    <a:ext uri="{9D8B030D-6E8A-4147-A177-3AD203B41FA5}">
                      <a16:colId xmlns:a16="http://schemas.microsoft.com/office/drawing/2014/main" val="20001"/>
                    </a:ext>
                  </a:extLst>
                </a:gridCol>
              </a:tblGrid>
              <a:tr h="548640">
                <a:tc>
                  <a:txBody>
                    <a:bodyPr/>
                    <a:lstStyle/>
                    <a:p>
                      <a:pPr marL="0" indent="0">
                        <a:lnSpc>
                          <a:spcPct val="100000"/>
                        </a:lnSpc>
                        <a:spcBef>
                          <a:spcPts val="0"/>
                        </a:spcBef>
                        <a:defRPr sz="1800" b="1">
                          <a:solidFill>
                            <a:srgbClr val="FFFFFF"/>
                          </a:solidFill>
                          <a:latin typeface="+mn-lt"/>
                        </a:defRPr>
                      </a:pPr>
                      <a:r>
                        <a:rPr lang="es-MX" dirty="0" err="1"/>
                        <a:t>id_estudiante</a:t>
                      </a:r>
                      <a:endParaRPr lang="es-MX" dirty="0"/>
                    </a:p>
                  </a:txBody>
                  <a:tcPr marR="54864" marT="22860" marB="13716">
                    <a:solidFill>
                      <a:srgbClr val="1D4093"/>
                    </a:solidFill>
                  </a:tcPr>
                </a:tc>
                <a:tc>
                  <a:txBody>
                    <a:bodyPr/>
                    <a:lstStyle/>
                    <a:p>
                      <a:pPr marL="0" indent="0">
                        <a:lnSpc>
                          <a:spcPct val="100000"/>
                        </a:lnSpc>
                        <a:spcBef>
                          <a:spcPts val="0"/>
                        </a:spcBef>
                        <a:defRPr sz="1800" b="1">
                          <a:solidFill>
                            <a:srgbClr val="FFFFFF"/>
                          </a:solidFill>
                          <a:latin typeface="+mn-lt"/>
                        </a:defRPr>
                      </a:pPr>
                      <a:r>
                        <a:rPr lang="es-MX" dirty="0"/>
                        <a:t>Municipio</a:t>
                      </a:r>
                    </a:p>
                  </a:txBody>
                  <a:tcPr marR="54864" marT="22860" marB="13716">
                    <a:solidFill>
                      <a:srgbClr val="1D4093"/>
                    </a:solidFill>
                  </a:tcPr>
                </a:tc>
                <a:extLst>
                  <a:ext uri="{0D108BD9-81ED-4DB2-BD59-A6C34878D82A}">
                    <a16:rowId xmlns:a16="http://schemas.microsoft.com/office/drawing/2014/main" val="10000"/>
                  </a:ext>
                </a:extLst>
              </a:tr>
              <a:tr h="548640">
                <a:tc>
                  <a:txBody>
                    <a:bodyPr/>
                    <a:lstStyle/>
                    <a:p>
                      <a:pPr marL="0" indent="0">
                        <a:lnSpc>
                          <a:spcPct val="100000"/>
                        </a:lnSpc>
                        <a:spcBef>
                          <a:spcPts val="0"/>
                        </a:spcBef>
                        <a:defRPr sz="1800" b="0">
                          <a:solidFill>
                            <a:srgbClr val="0E2841"/>
                          </a:solidFill>
                          <a:latin typeface="+mn-lt"/>
                        </a:defRPr>
                      </a:pPr>
                      <a:r>
                        <a:rPr lang="es-MX" dirty="0"/>
                        <a:t>E1</a:t>
                      </a:r>
                    </a:p>
                  </a:txBody>
                  <a:tcPr marR="54864" marT="22860" marB="13716">
                    <a:solidFill>
                      <a:srgbClr val="EAF5FA"/>
                    </a:solidFill>
                  </a:tcPr>
                </a:tc>
                <a:tc>
                  <a:txBody>
                    <a:bodyPr/>
                    <a:lstStyle/>
                    <a:p>
                      <a:pPr marL="0" indent="0">
                        <a:lnSpc>
                          <a:spcPct val="100000"/>
                        </a:lnSpc>
                        <a:spcBef>
                          <a:spcPts val="0"/>
                        </a:spcBef>
                        <a:defRPr sz="1800" b="0">
                          <a:solidFill>
                            <a:srgbClr val="0E2841"/>
                          </a:solidFill>
                          <a:latin typeface="+mn-lt"/>
                        </a:defRPr>
                      </a:pPr>
                      <a:r>
                        <a:rPr lang="es-MX" dirty="0"/>
                        <a:t>Bello</a:t>
                      </a:r>
                    </a:p>
                  </a:txBody>
                  <a:tcPr marR="54864" marT="22860" marB="13716">
                    <a:solidFill>
                      <a:srgbClr val="EAF5FA"/>
                    </a:solidFill>
                  </a:tcPr>
                </a:tc>
                <a:extLst>
                  <a:ext uri="{0D108BD9-81ED-4DB2-BD59-A6C34878D82A}">
                    <a16:rowId xmlns:a16="http://schemas.microsoft.com/office/drawing/2014/main" val="10001"/>
                  </a:ext>
                </a:extLst>
              </a:tr>
              <a:tr h="548640">
                <a:tc>
                  <a:txBody>
                    <a:bodyPr/>
                    <a:lstStyle/>
                    <a:p>
                      <a:pPr marL="0" indent="0">
                        <a:lnSpc>
                          <a:spcPct val="100000"/>
                        </a:lnSpc>
                        <a:spcBef>
                          <a:spcPts val="0"/>
                        </a:spcBef>
                        <a:defRPr sz="1800" b="0">
                          <a:solidFill>
                            <a:srgbClr val="0E2841"/>
                          </a:solidFill>
                          <a:latin typeface="+mn-lt"/>
                        </a:defRPr>
                      </a:pPr>
                      <a:r>
                        <a:rPr lang="es-MX" dirty="0"/>
                        <a:t>E2</a:t>
                      </a:r>
                    </a:p>
                  </a:txBody>
                  <a:tcPr marR="54864" marT="22860" marB="13716">
                    <a:solidFill>
                      <a:srgbClr val="F7FAFC"/>
                    </a:solidFill>
                  </a:tcPr>
                </a:tc>
                <a:tc>
                  <a:txBody>
                    <a:bodyPr/>
                    <a:lstStyle/>
                    <a:p>
                      <a:pPr marL="0" indent="0">
                        <a:lnSpc>
                          <a:spcPct val="100000"/>
                        </a:lnSpc>
                        <a:spcBef>
                          <a:spcPts val="0"/>
                        </a:spcBef>
                        <a:defRPr sz="1800" b="0">
                          <a:solidFill>
                            <a:srgbClr val="0E2841"/>
                          </a:solidFill>
                          <a:latin typeface="+mn-lt"/>
                        </a:defRPr>
                      </a:pPr>
                      <a:r>
                        <a:rPr lang="es-MX" dirty="0"/>
                        <a:t>Medellín</a:t>
                      </a:r>
                    </a:p>
                  </a:txBody>
                  <a:tcPr marR="54864" marT="22860" marB="13716">
                    <a:solidFill>
                      <a:srgbClr val="F7FAFC"/>
                    </a:solidFill>
                  </a:tcPr>
                </a:tc>
                <a:extLst>
                  <a:ext uri="{0D108BD9-81ED-4DB2-BD59-A6C34878D82A}">
                    <a16:rowId xmlns:a16="http://schemas.microsoft.com/office/drawing/2014/main" val="10002"/>
                  </a:ext>
                </a:extLst>
              </a:tr>
              <a:tr h="548640">
                <a:tc>
                  <a:txBody>
                    <a:bodyPr/>
                    <a:lstStyle/>
                    <a:p>
                      <a:pPr marL="0" indent="0">
                        <a:lnSpc>
                          <a:spcPct val="100000"/>
                        </a:lnSpc>
                        <a:spcBef>
                          <a:spcPts val="0"/>
                        </a:spcBef>
                        <a:defRPr sz="1800" b="0">
                          <a:solidFill>
                            <a:srgbClr val="0E2841"/>
                          </a:solidFill>
                          <a:latin typeface="+mn-lt"/>
                        </a:defRPr>
                      </a:pPr>
                      <a:r>
                        <a:rPr lang="es-MX"/>
                        <a:t>E4</a:t>
                      </a:r>
                    </a:p>
                  </a:txBody>
                  <a:tcPr marR="54864" marT="22860" marB="13716">
                    <a:solidFill>
                      <a:srgbClr val="EAF5FA"/>
                    </a:solidFill>
                  </a:tcPr>
                </a:tc>
                <a:tc>
                  <a:txBody>
                    <a:bodyPr/>
                    <a:lstStyle/>
                    <a:p>
                      <a:pPr marL="0" indent="0">
                        <a:lnSpc>
                          <a:spcPct val="100000"/>
                        </a:lnSpc>
                        <a:spcBef>
                          <a:spcPts val="0"/>
                        </a:spcBef>
                        <a:defRPr sz="1800" b="0">
                          <a:solidFill>
                            <a:srgbClr val="0E2841"/>
                          </a:solidFill>
                          <a:latin typeface="+mn-lt"/>
                        </a:defRPr>
                      </a:pPr>
                      <a:r>
                        <a:rPr lang="es-MX" dirty="0"/>
                        <a:t>Envigado</a:t>
                      </a:r>
                    </a:p>
                  </a:txBody>
                  <a:tcPr marR="54864" marT="22860" marB="13716">
                    <a:solidFill>
                      <a:srgbClr val="EAF5FA"/>
                    </a:solidFill>
                  </a:tcPr>
                </a:tc>
                <a:extLst>
                  <a:ext uri="{0D108BD9-81ED-4DB2-BD59-A6C34878D82A}">
                    <a16:rowId xmlns:a16="http://schemas.microsoft.com/office/drawing/2014/main" val="10003"/>
                  </a:ext>
                </a:extLst>
              </a:tr>
            </a:tbl>
          </a:graphicData>
        </a:graphic>
      </p:graphicFrame>
      <p:sp>
        <p:nvSpPr>
          <p:cNvPr id="7" name="TextBox 6"/>
          <p:cNvSpPr txBox="1"/>
          <p:nvPr/>
        </p:nvSpPr>
        <p:spPr>
          <a:xfrm>
            <a:off x="868680" y="5074920"/>
            <a:ext cx="10424160" cy="369332"/>
          </a:xfrm>
          <a:prstGeom prst="rect">
            <a:avLst/>
          </a:prstGeom>
          <a:noFill/>
        </p:spPr>
        <p:txBody>
          <a:bodyPr wrap="square" lIns="0" tIns="0" rIns="0" bIns="0">
            <a:spAutoFit/>
          </a:bodyPr>
          <a:lstStyle/>
          <a:p>
            <a:pPr marL="0" indent="0">
              <a:lnSpc>
                <a:spcPct val="100000"/>
              </a:lnSpc>
              <a:spcBef>
                <a:spcPts val="0"/>
              </a:spcBef>
              <a:defRPr sz="2000" b="0">
                <a:solidFill>
                  <a:srgbClr val="1D4093"/>
                </a:solidFill>
                <a:latin typeface="+mn-lt"/>
              </a:defRPr>
            </a:pPr>
            <a:r>
              <a:t>Llave del cruce: id_estudiante. La derecha tiene llaves únicas.</a:t>
            </a:r>
            <a:endParaRPr lang="es-MX"/>
          </a:p>
        </p:txBody>
      </p:sp>
    </p:spTree>
    <p:extLst>
      <p:ext uri="{BB962C8B-B14F-4D97-AF65-F5344CB8AC3E}">
        <p14:creationId xmlns:p14="http://schemas.microsoft.com/office/powerpoint/2010/main" val="3552669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AF289-A52A-C633-12F2-24C0B11D6253}"/>
              </a:ext>
            </a:extLst>
          </p:cNvPr>
          <p:cNvSpPr>
            <a:spLocks noGrp="1"/>
          </p:cNvSpPr>
          <p:nvPr>
            <p:ph type="title"/>
          </p:nvPr>
        </p:nvSpPr>
        <p:spPr/>
        <p:txBody>
          <a:bodyPr wrap="square" lIns="0" tIns="0" rIns="0" bIns="0"/>
          <a:lstStyle/>
          <a:p>
            <a:pPr marL="0" indent="0">
              <a:lnSpc>
                <a:spcPct val="100000"/>
              </a:lnSpc>
              <a:spcBef>
                <a:spcPts val="0"/>
              </a:spcBef>
              <a:defRPr sz="3200" b="1">
                <a:solidFill>
                  <a:srgbClr val="1D4093"/>
                </a:solidFill>
                <a:latin typeface="+mn-lt"/>
              </a:defRPr>
            </a:pPr>
            <a:r>
              <a:rPr lang="es-MX" sz="3200" dirty="0"/>
              <a:t>Left e </a:t>
            </a:r>
            <a:r>
              <a:rPr lang="es-MX" sz="3200" dirty="0" err="1"/>
              <a:t>inner</a:t>
            </a:r>
            <a:endParaRPr lang="es-MX" sz="3200" dirty="0"/>
          </a:p>
        </p:txBody>
      </p:sp>
      <p:sp>
        <p:nvSpPr>
          <p:cNvPr id="3" name="TextBox 2"/>
          <p:cNvSpPr txBox="1"/>
          <p:nvPr/>
        </p:nvSpPr>
        <p:spPr>
          <a:xfrm>
            <a:off x="853440" y="1690688"/>
            <a:ext cx="4846320" cy="307777"/>
          </a:xfrm>
          <a:prstGeom prst="rect">
            <a:avLst/>
          </a:prstGeom>
          <a:noFill/>
        </p:spPr>
        <p:txBody>
          <a:bodyPr wrap="square" lIns="0" tIns="0" rIns="0" bIns="0">
            <a:spAutoFit/>
          </a:bodyPr>
          <a:lstStyle/>
          <a:p>
            <a:pPr marL="0" indent="0">
              <a:lnSpc>
                <a:spcPct val="100000"/>
              </a:lnSpc>
              <a:spcBef>
                <a:spcPts val="0"/>
              </a:spcBef>
              <a:defRPr sz="2000" b="1">
                <a:solidFill>
                  <a:srgbClr val="1D4093"/>
                </a:solidFill>
                <a:latin typeface="+mn-lt"/>
              </a:defRPr>
            </a:pPr>
            <a:r>
              <a:rPr dirty="0"/>
              <a:t>Left: </a:t>
            </a:r>
            <a:r>
              <a:rPr dirty="0" err="1"/>
              <a:t>conserva</a:t>
            </a:r>
            <a:r>
              <a:rPr dirty="0"/>
              <a:t> la </a:t>
            </a:r>
            <a:r>
              <a:rPr dirty="0" err="1"/>
              <a:t>izquierda</a:t>
            </a:r>
            <a:endParaRPr lang="es-CO" dirty="0"/>
          </a:p>
        </p:txBody>
      </p:sp>
      <p:sp>
        <p:nvSpPr>
          <p:cNvPr id="4" name="TextBox 3"/>
          <p:cNvSpPr txBox="1"/>
          <p:nvPr/>
        </p:nvSpPr>
        <p:spPr>
          <a:xfrm>
            <a:off x="6309360" y="1690688"/>
            <a:ext cx="4846320" cy="307777"/>
          </a:xfrm>
          <a:prstGeom prst="rect">
            <a:avLst/>
          </a:prstGeom>
          <a:noFill/>
        </p:spPr>
        <p:txBody>
          <a:bodyPr wrap="square" lIns="0" tIns="0" rIns="0" bIns="0">
            <a:spAutoFit/>
          </a:bodyPr>
          <a:lstStyle/>
          <a:p>
            <a:pPr marL="0" indent="0">
              <a:lnSpc>
                <a:spcPct val="100000"/>
              </a:lnSpc>
              <a:spcBef>
                <a:spcPts val="0"/>
              </a:spcBef>
              <a:defRPr sz="2000" b="1">
                <a:solidFill>
                  <a:srgbClr val="1D4093"/>
                </a:solidFill>
                <a:latin typeface="+mn-lt"/>
              </a:defRPr>
            </a:pPr>
            <a:r>
              <a:rPr dirty="0"/>
              <a:t>Inner: </a:t>
            </a:r>
            <a:r>
              <a:rPr dirty="0" err="1"/>
              <a:t>conserva</a:t>
            </a:r>
            <a:r>
              <a:rPr dirty="0"/>
              <a:t> </a:t>
            </a:r>
            <a:r>
              <a:rPr dirty="0" err="1"/>
              <a:t>coincidencias</a:t>
            </a:r>
            <a:endParaRPr lang="es-CO" dirty="0"/>
          </a:p>
        </p:txBody>
      </p:sp>
      <p:graphicFrame>
        <p:nvGraphicFramePr>
          <p:cNvPr id="5" name="Table 4"/>
          <p:cNvGraphicFramePr>
            <a:graphicFrameLocks noGrp="1"/>
          </p:cNvGraphicFramePr>
          <p:nvPr>
            <p:extLst>
              <p:ext uri="{D42A27DB-BD31-4B8C-83A1-F6EECF244321}">
                <p14:modId xmlns:p14="http://schemas.microsoft.com/office/powerpoint/2010/main" val="1782929128"/>
              </p:ext>
            </p:extLst>
          </p:nvPr>
        </p:nvGraphicFramePr>
        <p:xfrm>
          <a:off x="868680" y="2331720"/>
          <a:ext cx="4846320" cy="2011680"/>
        </p:xfrm>
        <a:graphic>
          <a:graphicData uri="http://schemas.openxmlformats.org/drawingml/2006/table">
            <a:tbl>
              <a:tblPr firstRow="1" bandRow="1">
                <a:tableStyleId>{5C22544A-7EE6-4342-B048-85BDC9FD1C3A}</a:tableStyleId>
              </a:tblPr>
              <a:tblGrid>
                <a:gridCol w="1346200">
                  <a:extLst>
                    <a:ext uri="{9D8B030D-6E8A-4147-A177-3AD203B41FA5}">
                      <a16:colId xmlns:a16="http://schemas.microsoft.com/office/drawing/2014/main" val="20000"/>
                    </a:ext>
                  </a:extLst>
                </a:gridCol>
                <a:gridCol w="1346200">
                  <a:extLst>
                    <a:ext uri="{9D8B030D-6E8A-4147-A177-3AD203B41FA5}">
                      <a16:colId xmlns:a16="http://schemas.microsoft.com/office/drawing/2014/main" val="20001"/>
                    </a:ext>
                  </a:extLst>
                </a:gridCol>
                <a:gridCol w="2153920">
                  <a:extLst>
                    <a:ext uri="{9D8B030D-6E8A-4147-A177-3AD203B41FA5}">
                      <a16:colId xmlns:a16="http://schemas.microsoft.com/office/drawing/2014/main" val="20002"/>
                    </a:ext>
                  </a:extLst>
                </a:gridCol>
              </a:tblGrid>
              <a:tr h="502920">
                <a:tc>
                  <a:txBody>
                    <a:bodyPr/>
                    <a:lstStyle/>
                    <a:p>
                      <a:pPr marL="0" indent="0">
                        <a:lnSpc>
                          <a:spcPct val="100000"/>
                        </a:lnSpc>
                        <a:spcBef>
                          <a:spcPts val="0"/>
                        </a:spcBef>
                        <a:defRPr sz="1800" b="1">
                          <a:solidFill>
                            <a:srgbClr val="FFFFFF"/>
                          </a:solidFill>
                          <a:latin typeface="+mn-lt"/>
                        </a:defRPr>
                      </a:pPr>
                      <a:r>
                        <a:rPr lang="es-MX"/>
                        <a:t>Matrícula</a:t>
                      </a:r>
                    </a:p>
                  </a:txBody>
                  <a:tcPr marR="54864" marT="22860" marB="13716">
                    <a:solidFill>
                      <a:srgbClr val="1D4093"/>
                    </a:solidFill>
                  </a:tcPr>
                </a:tc>
                <a:tc>
                  <a:txBody>
                    <a:bodyPr/>
                    <a:lstStyle/>
                    <a:p>
                      <a:pPr marL="0" indent="0">
                        <a:lnSpc>
                          <a:spcPct val="100000"/>
                        </a:lnSpc>
                        <a:spcBef>
                          <a:spcPts val="0"/>
                        </a:spcBef>
                        <a:defRPr sz="1800" b="1">
                          <a:solidFill>
                            <a:srgbClr val="FFFFFF"/>
                          </a:solidFill>
                          <a:latin typeface="+mn-lt"/>
                        </a:defRPr>
                      </a:pPr>
                      <a:r>
                        <a:rPr lang="es-MX"/>
                        <a:t>Est.</a:t>
                      </a:r>
                    </a:p>
                  </a:txBody>
                  <a:tcPr marR="54864" marT="22860" marB="13716">
                    <a:solidFill>
                      <a:srgbClr val="1D4093"/>
                    </a:solidFill>
                  </a:tcPr>
                </a:tc>
                <a:tc>
                  <a:txBody>
                    <a:bodyPr/>
                    <a:lstStyle/>
                    <a:p>
                      <a:pPr marL="0" indent="0">
                        <a:lnSpc>
                          <a:spcPct val="100000"/>
                        </a:lnSpc>
                        <a:spcBef>
                          <a:spcPts val="0"/>
                        </a:spcBef>
                        <a:defRPr sz="1800" b="1">
                          <a:solidFill>
                            <a:srgbClr val="FFFFFF"/>
                          </a:solidFill>
                          <a:latin typeface="+mn-lt"/>
                        </a:defRPr>
                      </a:pPr>
                      <a:r>
                        <a:rPr lang="es-MX"/>
                        <a:t>Municipio</a:t>
                      </a:r>
                    </a:p>
                  </a:txBody>
                  <a:tcPr marR="54864" marT="22860" marB="13716">
                    <a:solidFill>
                      <a:srgbClr val="1D4093"/>
                    </a:solidFill>
                  </a:tcPr>
                </a:tc>
                <a:extLst>
                  <a:ext uri="{0D108BD9-81ED-4DB2-BD59-A6C34878D82A}">
                    <a16:rowId xmlns:a16="http://schemas.microsoft.com/office/drawing/2014/main" val="10000"/>
                  </a:ext>
                </a:extLst>
              </a:tr>
              <a:tr h="502920">
                <a:tc>
                  <a:txBody>
                    <a:bodyPr/>
                    <a:lstStyle/>
                    <a:p>
                      <a:pPr marL="0" indent="0">
                        <a:lnSpc>
                          <a:spcPct val="100000"/>
                        </a:lnSpc>
                        <a:spcBef>
                          <a:spcPts val="0"/>
                        </a:spcBef>
                        <a:defRPr sz="1800" b="0">
                          <a:solidFill>
                            <a:srgbClr val="0E2841"/>
                          </a:solidFill>
                          <a:latin typeface="+mn-lt"/>
                        </a:defRPr>
                      </a:pPr>
                      <a:r>
                        <a:rPr lang="es-MX"/>
                        <a:t>L1</a:t>
                      </a:r>
                    </a:p>
                  </a:txBody>
                  <a:tcPr marR="54864" marT="22860" marB="13716">
                    <a:solidFill>
                      <a:srgbClr val="EAF5FA"/>
                    </a:solidFill>
                  </a:tcPr>
                </a:tc>
                <a:tc>
                  <a:txBody>
                    <a:bodyPr/>
                    <a:lstStyle/>
                    <a:p>
                      <a:pPr marL="0" indent="0">
                        <a:lnSpc>
                          <a:spcPct val="100000"/>
                        </a:lnSpc>
                        <a:spcBef>
                          <a:spcPts val="0"/>
                        </a:spcBef>
                        <a:defRPr sz="1800" b="0">
                          <a:solidFill>
                            <a:srgbClr val="0E2841"/>
                          </a:solidFill>
                          <a:latin typeface="+mn-lt"/>
                        </a:defRPr>
                      </a:pPr>
                      <a:r>
                        <a:rPr lang="es-MX"/>
                        <a:t>E1</a:t>
                      </a:r>
                    </a:p>
                  </a:txBody>
                  <a:tcPr marR="54864" marT="22860" marB="13716">
                    <a:solidFill>
                      <a:srgbClr val="EAF5FA"/>
                    </a:solidFill>
                  </a:tcPr>
                </a:tc>
                <a:tc>
                  <a:txBody>
                    <a:bodyPr/>
                    <a:lstStyle/>
                    <a:p>
                      <a:pPr marL="0" indent="0">
                        <a:lnSpc>
                          <a:spcPct val="100000"/>
                        </a:lnSpc>
                        <a:spcBef>
                          <a:spcPts val="0"/>
                        </a:spcBef>
                        <a:defRPr sz="1800" b="0">
                          <a:solidFill>
                            <a:srgbClr val="0E2841"/>
                          </a:solidFill>
                          <a:latin typeface="+mn-lt"/>
                        </a:defRPr>
                      </a:pPr>
                      <a:r>
                        <a:rPr lang="es-MX"/>
                        <a:t>Bello</a:t>
                      </a:r>
                    </a:p>
                  </a:txBody>
                  <a:tcPr marR="54864" marT="22860" marB="13716">
                    <a:solidFill>
                      <a:srgbClr val="EAF5FA"/>
                    </a:solidFill>
                  </a:tcPr>
                </a:tc>
                <a:extLst>
                  <a:ext uri="{0D108BD9-81ED-4DB2-BD59-A6C34878D82A}">
                    <a16:rowId xmlns:a16="http://schemas.microsoft.com/office/drawing/2014/main" val="10001"/>
                  </a:ext>
                </a:extLst>
              </a:tr>
              <a:tr h="502920">
                <a:tc>
                  <a:txBody>
                    <a:bodyPr/>
                    <a:lstStyle/>
                    <a:p>
                      <a:pPr marL="0" indent="0">
                        <a:lnSpc>
                          <a:spcPct val="100000"/>
                        </a:lnSpc>
                        <a:spcBef>
                          <a:spcPts val="0"/>
                        </a:spcBef>
                        <a:defRPr sz="1800" b="0">
                          <a:solidFill>
                            <a:srgbClr val="0E2841"/>
                          </a:solidFill>
                          <a:latin typeface="+mn-lt"/>
                        </a:defRPr>
                      </a:pPr>
                      <a:r>
                        <a:rPr lang="es-MX"/>
                        <a:t>L2</a:t>
                      </a:r>
                    </a:p>
                  </a:txBody>
                  <a:tcPr marR="54864" marT="22860" marB="13716">
                    <a:solidFill>
                      <a:srgbClr val="F7FAFC"/>
                    </a:solidFill>
                  </a:tcPr>
                </a:tc>
                <a:tc>
                  <a:txBody>
                    <a:bodyPr/>
                    <a:lstStyle/>
                    <a:p>
                      <a:pPr marL="0" indent="0">
                        <a:lnSpc>
                          <a:spcPct val="100000"/>
                        </a:lnSpc>
                        <a:spcBef>
                          <a:spcPts val="0"/>
                        </a:spcBef>
                        <a:defRPr sz="1800" b="0">
                          <a:solidFill>
                            <a:srgbClr val="0E2841"/>
                          </a:solidFill>
                          <a:latin typeface="+mn-lt"/>
                        </a:defRPr>
                      </a:pPr>
                      <a:r>
                        <a:rPr lang="es-MX"/>
                        <a:t>E2</a:t>
                      </a:r>
                    </a:p>
                  </a:txBody>
                  <a:tcPr marR="54864" marT="22860" marB="13716">
                    <a:solidFill>
                      <a:srgbClr val="F7FAFC"/>
                    </a:solidFill>
                  </a:tcPr>
                </a:tc>
                <a:tc>
                  <a:txBody>
                    <a:bodyPr/>
                    <a:lstStyle/>
                    <a:p>
                      <a:pPr marL="0" indent="0">
                        <a:lnSpc>
                          <a:spcPct val="100000"/>
                        </a:lnSpc>
                        <a:spcBef>
                          <a:spcPts val="0"/>
                        </a:spcBef>
                        <a:defRPr sz="1800" b="0">
                          <a:solidFill>
                            <a:srgbClr val="0E2841"/>
                          </a:solidFill>
                          <a:latin typeface="+mn-lt"/>
                        </a:defRPr>
                      </a:pPr>
                      <a:r>
                        <a:rPr lang="es-MX"/>
                        <a:t>Medellín</a:t>
                      </a:r>
                    </a:p>
                  </a:txBody>
                  <a:tcPr marR="54864" marT="22860" marB="13716">
                    <a:solidFill>
                      <a:srgbClr val="F7FAFC"/>
                    </a:solidFill>
                  </a:tcPr>
                </a:tc>
                <a:extLst>
                  <a:ext uri="{0D108BD9-81ED-4DB2-BD59-A6C34878D82A}">
                    <a16:rowId xmlns:a16="http://schemas.microsoft.com/office/drawing/2014/main" val="10002"/>
                  </a:ext>
                </a:extLst>
              </a:tr>
              <a:tr h="502920">
                <a:tc>
                  <a:txBody>
                    <a:bodyPr/>
                    <a:lstStyle/>
                    <a:p>
                      <a:pPr marL="0" indent="0">
                        <a:lnSpc>
                          <a:spcPct val="100000"/>
                        </a:lnSpc>
                        <a:spcBef>
                          <a:spcPts val="0"/>
                        </a:spcBef>
                        <a:defRPr sz="1800" b="0">
                          <a:solidFill>
                            <a:srgbClr val="0E2841"/>
                          </a:solidFill>
                          <a:latin typeface="+mn-lt"/>
                        </a:defRPr>
                      </a:pPr>
                      <a:r>
                        <a:rPr lang="es-MX"/>
                        <a:t>L3</a:t>
                      </a:r>
                    </a:p>
                  </a:txBody>
                  <a:tcPr marR="54864" marT="22860" marB="13716">
                    <a:solidFill>
                      <a:srgbClr val="EAF5FA"/>
                    </a:solidFill>
                  </a:tcPr>
                </a:tc>
                <a:tc>
                  <a:txBody>
                    <a:bodyPr/>
                    <a:lstStyle/>
                    <a:p>
                      <a:pPr marL="0" indent="0">
                        <a:lnSpc>
                          <a:spcPct val="100000"/>
                        </a:lnSpc>
                        <a:spcBef>
                          <a:spcPts val="0"/>
                        </a:spcBef>
                        <a:defRPr sz="1800" b="0">
                          <a:solidFill>
                            <a:srgbClr val="0E2841"/>
                          </a:solidFill>
                          <a:latin typeface="+mn-lt"/>
                        </a:defRPr>
                      </a:pPr>
                      <a:r>
                        <a:rPr lang="es-MX"/>
                        <a:t>E3</a:t>
                      </a:r>
                    </a:p>
                  </a:txBody>
                  <a:tcPr marR="54864" marT="22860" marB="13716">
                    <a:solidFill>
                      <a:srgbClr val="EAF5FA"/>
                    </a:solidFill>
                  </a:tcPr>
                </a:tc>
                <a:tc>
                  <a:txBody>
                    <a:bodyPr/>
                    <a:lstStyle/>
                    <a:p>
                      <a:pPr marL="0" indent="0">
                        <a:lnSpc>
                          <a:spcPct val="100000"/>
                        </a:lnSpc>
                        <a:spcBef>
                          <a:spcPts val="0"/>
                        </a:spcBef>
                        <a:defRPr sz="1800" b="0">
                          <a:solidFill>
                            <a:srgbClr val="0E2841"/>
                          </a:solidFill>
                          <a:latin typeface="+mn-lt"/>
                        </a:defRPr>
                      </a:pPr>
                      <a:r>
                        <a:rPr lang="es-MX"/>
                        <a:t>Desconocido</a:t>
                      </a:r>
                    </a:p>
                  </a:txBody>
                  <a:tcPr marR="54864" marT="22860" marB="13716">
                    <a:solidFill>
                      <a:srgbClr val="EAF5FA"/>
                    </a:solidFill>
                  </a:tcPr>
                </a:tc>
                <a:extLst>
                  <a:ext uri="{0D108BD9-81ED-4DB2-BD59-A6C34878D82A}">
                    <a16:rowId xmlns:a16="http://schemas.microsoft.com/office/drawing/2014/main" val="10003"/>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804443384"/>
              </p:ext>
            </p:extLst>
          </p:nvPr>
        </p:nvGraphicFramePr>
        <p:xfrm>
          <a:off x="6309360" y="2331720"/>
          <a:ext cx="5029200" cy="1508760"/>
        </p:xfrm>
        <a:graphic>
          <a:graphicData uri="http://schemas.openxmlformats.org/drawingml/2006/table">
            <a:tbl>
              <a:tblPr firstRow="1" bandRow="1">
                <a:tableStyleId>{5C22544A-7EE6-4342-B048-85BDC9FD1C3A}</a:tableStyleId>
              </a:tblPr>
              <a:tblGrid>
                <a:gridCol w="1397000">
                  <a:extLst>
                    <a:ext uri="{9D8B030D-6E8A-4147-A177-3AD203B41FA5}">
                      <a16:colId xmlns:a16="http://schemas.microsoft.com/office/drawing/2014/main" val="20000"/>
                    </a:ext>
                  </a:extLst>
                </a:gridCol>
                <a:gridCol w="1397000">
                  <a:extLst>
                    <a:ext uri="{9D8B030D-6E8A-4147-A177-3AD203B41FA5}">
                      <a16:colId xmlns:a16="http://schemas.microsoft.com/office/drawing/2014/main" val="20001"/>
                    </a:ext>
                  </a:extLst>
                </a:gridCol>
                <a:gridCol w="2235200">
                  <a:extLst>
                    <a:ext uri="{9D8B030D-6E8A-4147-A177-3AD203B41FA5}">
                      <a16:colId xmlns:a16="http://schemas.microsoft.com/office/drawing/2014/main" val="20002"/>
                    </a:ext>
                  </a:extLst>
                </a:gridCol>
              </a:tblGrid>
              <a:tr h="502920">
                <a:tc>
                  <a:txBody>
                    <a:bodyPr/>
                    <a:lstStyle/>
                    <a:p>
                      <a:pPr marL="0" indent="0">
                        <a:lnSpc>
                          <a:spcPct val="100000"/>
                        </a:lnSpc>
                        <a:spcBef>
                          <a:spcPts val="0"/>
                        </a:spcBef>
                        <a:defRPr sz="1800" b="1">
                          <a:solidFill>
                            <a:srgbClr val="FFFFFF"/>
                          </a:solidFill>
                          <a:latin typeface="+mn-lt"/>
                        </a:defRPr>
                      </a:pPr>
                      <a:r>
                        <a:rPr lang="es-MX"/>
                        <a:t>Matrícula</a:t>
                      </a:r>
                    </a:p>
                  </a:txBody>
                  <a:tcPr marR="54864" marT="22860" marB="13716">
                    <a:solidFill>
                      <a:srgbClr val="1D4093"/>
                    </a:solidFill>
                  </a:tcPr>
                </a:tc>
                <a:tc>
                  <a:txBody>
                    <a:bodyPr/>
                    <a:lstStyle/>
                    <a:p>
                      <a:pPr marL="0" indent="0">
                        <a:lnSpc>
                          <a:spcPct val="100000"/>
                        </a:lnSpc>
                        <a:spcBef>
                          <a:spcPts val="0"/>
                        </a:spcBef>
                        <a:defRPr sz="1800" b="1">
                          <a:solidFill>
                            <a:srgbClr val="FFFFFF"/>
                          </a:solidFill>
                          <a:latin typeface="+mn-lt"/>
                        </a:defRPr>
                      </a:pPr>
                      <a:r>
                        <a:rPr lang="es-MX"/>
                        <a:t>Est.</a:t>
                      </a:r>
                    </a:p>
                  </a:txBody>
                  <a:tcPr marR="54864" marT="22860" marB="13716">
                    <a:solidFill>
                      <a:srgbClr val="1D4093"/>
                    </a:solidFill>
                  </a:tcPr>
                </a:tc>
                <a:tc>
                  <a:txBody>
                    <a:bodyPr/>
                    <a:lstStyle/>
                    <a:p>
                      <a:pPr marL="0" indent="0">
                        <a:lnSpc>
                          <a:spcPct val="100000"/>
                        </a:lnSpc>
                        <a:spcBef>
                          <a:spcPts val="0"/>
                        </a:spcBef>
                        <a:defRPr sz="1800" b="1">
                          <a:solidFill>
                            <a:srgbClr val="FFFFFF"/>
                          </a:solidFill>
                          <a:latin typeface="+mn-lt"/>
                        </a:defRPr>
                      </a:pPr>
                      <a:r>
                        <a:rPr lang="es-MX"/>
                        <a:t>Municipio</a:t>
                      </a:r>
                    </a:p>
                  </a:txBody>
                  <a:tcPr marR="54864" marT="22860" marB="13716">
                    <a:solidFill>
                      <a:srgbClr val="1D4093"/>
                    </a:solidFill>
                  </a:tcPr>
                </a:tc>
                <a:extLst>
                  <a:ext uri="{0D108BD9-81ED-4DB2-BD59-A6C34878D82A}">
                    <a16:rowId xmlns:a16="http://schemas.microsoft.com/office/drawing/2014/main" val="10000"/>
                  </a:ext>
                </a:extLst>
              </a:tr>
              <a:tr h="502920">
                <a:tc>
                  <a:txBody>
                    <a:bodyPr/>
                    <a:lstStyle/>
                    <a:p>
                      <a:pPr marL="0" indent="0">
                        <a:lnSpc>
                          <a:spcPct val="100000"/>
                        </a:lnSpc>
                        <a:spcBef>
                          <a:spcPts val="0"/>
                        </a:spcBef>
                        <a:defRPr sz="1800" b="0">
                          <a:solidFill>
                            <a:srgbClr val="0E2841"/>
                          </a:solidFill>
                          <a:latin typeface="+mn-lt"/>
                        </a:defRPr>
                      </a:pPr>
                      <a:r>
                        <a:rPr lang="es-MX"/>
                        <a:t>L1</a:t>
                      </a:r>
                    </a:p>
                  </a:txBody>
                  <a:tcPr marR="54864" marT="22860" marB="13716">
                    <a:solidFill>
                      <a:srgbClr val="EAF5FA"/>
                    </a:solidFill>
                  </a:tcPr>
                </a:tc>
                <a:tc>
                  <a:txBody>
                    <a:bodyPr/>
                    <a:lstStyle/>
                    <a:p>
                      <a:pPr marL="0" indent="0">
                        <a:lnSpc>
                          <a:spcPct val="100000"/>
                        </a:lnSpc>
                        <a:spcBef>
                          <a:spcPts val="0"/>
                        </a:spcBef>
                        <a:defRPr sz="1800" b="0">
                          <a:solidFill>
                            <a:srgbClr val="0E2841"/>
                          </a:solidFill>
                          <a:latin typeface="+mn-lt"/>
                        </a:defRPr>
                      </a:pPr>
                      <a:r>
                        <a:rPr lang="es-MX"/>
                        <a:t>E1</a:t>
                      </a:r>
                    </a:p>
                  </a:txBody>
                  <a:tcPr marR="54864" marT="22860" marB="13716">
                    <a:solidFill>
                      <a:srgbClr val="EAF5FA"/>
                    </a:solidFill>
                  </a:tcPr>
                </a:tc>
                <a:tc>
                  <a:txBody>
                    <a:bodyPr/>
                    <a:lstStyle/>
                    <a:p>
                      <a:pPr marL="0" indent="0">
                        <a:lnSpc>
                          <a:spcPct val="100000"/>
                        </a:lnSpc>
                        <a:spcBef>
                          <a:spcPts val="0"/>
                        </a:spcBef>
                        <a:defRPr sz="1800" b="0">
                          <a:solidFill>
                            <a:srgbClr val="0E2841"/>
                          </a:solidFill>
                          <a:latin typeface="+mn-lt"/>
                        </a:defRPr>
                      </a:pPr>
                      <a:r>
                        <a:rPr lang="es-MX"/>
                        <a:t>Bello</a:t>
                      </a:r>
                    </a:p>
                  </a:txBody>
                  <a:tcPr marR="54864" marT="22860" marB="13716">
                    <a:solidFill>
                      <a:srgbClr val="EAF5FA"/>
                    </a:solidFill>
                  </a:tcPr>
                </a:tc>
                <a:extLst>
                  <a:ext uri="{0D108BD9-81ED-4DB2-BD59-A6C34878D82A}">
                    <a16:rowId xmlns:a16="http://schemas.microsoft.com/office/drawing/2014/main" val="10001"/>
                  </a:ext>
                </a:extLst>
              </a:tr>
              <a:tr h="502920">
                <a:tc>
                  <a:txBody>
                    <a:bodyPr/>
                    <a:lstStyle/>
                    <a:p>
                      <a:pPr marL="0" indent="0">
                        <a:lnSpc>
                          <a:spcPct val="100000"/>
                        </a:lnSpc>
                        <a:spcBef>
                          <a:spcPts val="0"/>
                        </a:spcBef>
                        <a:defRPr sz="1800" b="0">
                          <a:solidFill>
                            <a:srgbClr val="0E2841"/>
                          </a:solidFill>
                          <a:latin typeface="+mn-lt"/>
                        </a:defRPr>
                      </a:pPr>
                      <a:r>
                        <a:rPr lang="es-MX"/>
                        <a:t>L2</a:t>
                      </a:r>
                    </a:p>
                  </a:txBody>
                  <a:tcPr marR="54864" marT="22860" marB="13716">
                    <a:solidFill>
                      <a:srgbClr val="F7FAFC"/>
                    </a:solidFill>
                  </a:tcPr>
                </a:tc>
                <a:tc>
                  <a:txBody>
                    <a:bodyPr/>
                    <a:lstStyle/>
                    <a:p>
                      <a:pPr marL="0" indent="0">
                        <a:lnSpc>
                          <a:spcPct val="100000"/>
                        </a:lnSpc>
                        <a:spcBef>
                          <a:spcPts val="0"/>
                        </a:spcBef>
                        <a:defRPr sz="1800" b="0">
                          <a:solidFill>
                            <a:srgbClr val="0E2841"/>
                          </a:solidFill>
                          <a:latin typeface="+mn-lt"/>
                        </a:defRPr>
                      </a:pPr>
                      <a:r>
                        <a:rPr lang="es-MX"/>
                        <a:t>E2</a:t>
                      </a:r>
                    </a:p>
                  </a:txBody>
                  <a:tcPr marR="54864" marT="22860" marB="13716">
                    <a:solidFill>
                      <a:srgbClr val="F7FAFC"/>
                    </a:solidFill>
                  </a:tcPr>
                </a:tc>
                <a:tc>
                  <a:txBody>
                    <a:bodyPr/>
                    <a:lstStyle/>
                    <a:p>
                      <a:pPr marL="0" indent="0">
                        <a:lnSpc>
                          <a:spcPct val="100000"/>
                        </a:lnSpc>
                        <a:spcBef>
                          <a:spcPts val="0"/>
                        </a:spcBef>
                        <a:defRPr sz="1800" b="0">
                          <a:solidFill>
                            <a:srgbClr val="0E2841"/>
                          </a:solidFill>
                          <a:latin typeface="+mn-lt"/>
                        </a:defRPr>
                      </a:pPr>
                      <a:r>
                        <a:rPr lang="es-MX"/>
                        <a:t>Medellín</a:t>
                      </a:r>
                    </a:p>
                  </a:txBody>
                  <a:tcPr marR="54864" marT="22860" marB="13716">
                    <a:solidFill>
                      <a:srgbClr val="F7FAFC"/>
                    </a:solidFill>
                  </a:tcPr>
                </a:tc>
                <a:extLst>
                  <a:ext uri="{0D108BD9-81ED-4DB2-BD59-A6C34878D82A}">
                    <a16:rowId xmlns:a16="http://schemas.microsoft.com/office/drawing/2014/main" val="10002"/>
                  </a:ext>
                </a:extLst>
              </a:tr>
            </a:tbl>
          </a:graphicData>
        </a:graphic>
      </p:graphicFrame>
      <p:sp>
        <p:nvSpPr>
          <p:cNvPr id="7" name="TextBox 6"/>
          <p:cNvSpPr txBox="1"/>
          <p:nvPr/>
        </p:nvSpPr>
        <p:spPr>
          <a:xfrm>
            <a:off x="868680" y="4526280"/>
            <a:ext cx="4937760" cy="726353"/>
          </a:xfrm>
          <a:prstGeom prst="rect">
            <a:avLst/>
          </a:prstGeom>
          <a:noFill/>
        </p:spPr>
        <p:txBody>
          <a:bodyPr wrap="square" lIns="0" tIns="0" rIns="0" bIns="0">
            <a:spAutoFit/>
          </a:bodyPr>
          <a:lstStyle/>
          <a:p>
            <a:pPr marL="0" indent="0">
              <a:lnSpc>
                <a:spcPct val="105000"/>
              </a:lnSpc>
              <a:spcBef>
                <a:spcPts val="0"/>
              </a:spcBef>
              <a:spcAft>
                <a:spcPts val="700"/>
              </a:spcAft>
              <a:buNone/>
              <a:defRPr sz="2000" b="0">
                <a:solidFill>
                  <a:srgbClr val="1D4093"/>
                </a:solidFill>
                <a:latin typeface="+mn-lt"/>
              </a:defRPr>
            </a:pPr>
            <a:r>
              <a:rPr dirty="0" err="1"/>
              <a:t>m.merge</a:t>
            </a:r>
            <a:r>
              <a:rPr dirty="0"/>
              <a:t>(e, on="</a:t>
            </a:r>
            <a:r>
              <a:rPr dirty="0" err="1"/>
              <a:t>id_estudiante</a:t>
            </a:r>
            <a:r>
              <a:rPr dirty="0"/>
              <a:t>",</a:t>
            </a:r>
            <a:endParaRPr lang="es-MX" dirty="0"/>
          </a:p>
          <a:p>
            <a:pPr marL="0" indent="0">
              <a:lnSpc>
                <a:spcPct val="105000"/>
              </a:lnSpc>
              <a:spcBef>
                <a:spcPts val="0"/>
              </a:spcBef>
              <a:spcAft>
                <a:spcPts val="700"/>
              </a:spcAft>
              <a:buNone/>
              <a:defRPr sz="2000" b="0">
                <a:solidFill>
                  <a:srgbClr val="1D4093"/>
                </a:solidFill>
                <a:latin typeface="+mn-lt"/>
              </a:defRPr>
            </a:pPr>
            <a:r>
              <a:rPr dirty="0"/>
              <a:t>        how="left")</a:t>
            </a:r>
            <a:endParaRPr lang="es-MX" dirty="0"/>
          </a:p>
        </p:txBody>
      </p:sp>
      <p:sp>
        <p:nvSpPr>
          <p:cNvPr id="8" name="TextBox 7"/>
          <p:cNvSpPr txBox="1"/>
          <p:nvPr/>
        </p:nvSpPr>
        <p:spPr>
          <a:xfrm>
            <a:off x="6309360" y="4526280"/>
            <a:ext cx="5029200" cy="726353"/>
          </a:xfrm>
          <a:prstGeom prst="rect">
            <a:avLst/>
          </a:prstGeom>
          <a:noFill/>
        </p:spPr>
        <p:txBody>
          <a:bodyPr wrap="square" lIns="0" tIns="0" rIns="0" bIns="0">
            <a:spAutoFit/>
          </a:bodyPr>
          <a:lstStyle/>
          <a:p>
            <a:pPr marL="0" indent="0">
              <a:lnSpc>
                <a:spcPct val="105000"/>
              </a:lnSpc>
              <a:spcBef>
                <a:spcPts val="0"/>
              </a:spcBef>
              <a:spcAft>
                <a:spcPts val="700"/>
              </a:spcAft>
              <a:buNone/>
              <a:defRPr sz="2000" b="0">
                <a:solidFill>
                  <a:srgbClr val="1D4093"/>
                </a:solidFill>
                <a:latin typeface="+mn-lt"/>
              </a:defRPr>
            </a:pPr>
            <a:r>
              <a:t>m.merge(e, on="id_estudiante",</a:t>
            </a:r>
            <a:endParaRPr lang="es-MX"/>
          </a:p>
          <a:p>
            <a:pPr marL="0" indent="0">
              <a:lnSpc>
                <a:spcPct val="105000"/>
              </a:lnSpc>
              <a:spcBef>
                <a:spcPts val="0"/>
              </a:spcBef>
              <a:spcAft>
                <a:spcPts val="700"/>
              </a:spcAft>
              <a:buNone/>
              <a:defRPr sz="2000" b="0">
                <a:solidFill>
                  <a:srgbClr val="1D4093"/>
                </a:solidFill>
                <a:latin typeface="+mn-lt"/>
              </a:defRPr>
            </a:pPr>
            <a:r>
              <a:t>        how="inner")</a:t>
            </a:r>
            <a:endParaRPr lang="es-MX"/>
          </a:p>
        </p:txBody>
      </p:sp>
      <p:sp>
        <p:nvSpPr>
          <p:cNvPr id="9" name="TextBox 8"/>
          <p:cNvSpPr txBox="1"/>
          <p:nvPr/>
        </p:nvSpPr>
        <p:spPr>
          <a:xfrm>
            <a:off x="868680" y="5486400"/>
            <a:ext cx="10424160" cy="313419"/>
          </a:xfrm>
          <a:prstGeom prst="rect">
            <a:avLst/>
          </a:prstGeom>
          <a:noFill/>
        </p:spPr>
        <p:txBody>
          <a:bodyPr wrap="square" lIns="0" tIns="0" rIns="0" bIns="0">
            <a:spAutoFit/>
          </a:bodyPr>
          <a:lstStyle/>
          <a:p>
            <a:pPr marL="0" indent="0">
              <a:lnSpc>
                <a:spcPct val="105000"/>
              </a:lnSpc>
              <a:spcBef>
                <a:spcPts val="0"/>
              </a:spcBef>
              <a:spcAft>
                <a:spcPts val="700"/>
              </a:spcAft>
              <a:buNone/>
              <a:defRPr sz="2000" b="0">
                <a:solidFill>
                  <a:srgbClr val="1D4093"/>
                </a:solidFill>
                <a:latin typeface="+mn-lt"/>
              </a:defRPr>
            </a:pPr>
            <a:r>
              <a:t>La elección depende de la pregunta y del universo.</a:t>
            </a:r>
            <a:endParaRPr lang="es-MX"/>
          </a:p>
        </p:txBody>
      </p:sp>
    </p:spTree>
    <p:extLst>
      <p:ext uri="{BB962C8B-B14F-4D97-AF65-F5344CB8AC3E}">
        <p14:creationId xmlns:p14="http://schemas.microsoft.com/office/powerpoint/2010/main" val="3552669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AF289-A52A-C633-12F2-24C0B11D6253}"/>
              </a:ext>
            </a:extLst>
          </p:cNvPr>
          <p:cNvSpPr>
            <a:spLocks noGrp="1"/>
          </p:cNvSpPr>
          <p:nvPr>
            <p:ph type="title"/>
          </p:nvPr>
        </p:nvSpPr>
        <p:spPr/>
        <p:txBody>
          <a:bodyPr wrap="square" lIns="0" tIns="0" rIns="0" bIns="0"/>
          <a:lstStyle/>
          <a:p>
            <a:pPr marL="0" indent="0">
              <a:lnSpc>
                <a:spcPct val="100000"/>
              </a:lnSpc>
              <a:spcBef>
                <a:spcPts val="0"/>
              </a:spcBef>
              <a:defRPr sz="3200" b="1">
                <a:solidFill>
                  <a:srgbClr val="1D4093"/>
                </a:solidFill>
                <a:latin typeface="+mn-lt"/>
              </a:defRPr>
            </a:pPr>
            <a:r>
              <a:rPr lang="es-MX" sz="3200"/>
              <a:t>Right y outer</a:t>
            </a:r>
          </a:p>
        </p:txBody>
      </p:sp>
      <p:sp>
        <p:nvSpPr>
          <p:cNvPr id="3" name="TextBox 2"/>
          <p:cNvSpPr txBox="1"/>
          <p:nvPr/>
        </p:nvSpPr>
        <p:spPr>
          <a:xfrm>
            <a:off x="868680" y="1828800"/>
            <a:ext cx="4846320" cy="307777"/>
          </a:xfrm>
          <a:prstGeom prst="rect">
            <a:avLst/>
          </a:prstGeom>
          <a:noFill/>
        </p:spPr>
        <p:txBody>
          <a:bodyPr wrap="square" lIns="0" tIns="0" rIns="0" bIns="0">
            <a:spAutoFit/>
          </a:bodyPr>
          <a:lstStyle/>
          <a:p>
            <a:pPr marL="0" indent="0">
              <a:lnSpc>
                <a:spcPct val="100000"/>
              </a:lnSpc>
              <a:spcBef>
                <a:spcPts val="0"/>
              </a:spcBef>
              <a:defRPr sz="2000" b="1">
                <a:solidFill>
                  <a:srgbClr val="1D4093"/>
                </a:solidFill>
                <a:latin typeface="+mn-lt"/>
              </a:defRPr>
            </a:pPr>
            <a:r>
              <a:t>Right: conserva la derecha</a:t>
            </a:r>
            <a:endParaRPr lang="es-MX"/>
          </a:p>
        </p:txBody>
      </p:sp>
      <p:sp>
        <p:nvSpPr>
          <p:cNvPr id="4" name="TextBox 3"/>
          <p:cNvSpPr txBox="1"/>
          <p:nvPr/>
        </p:nvSpPr>
        <p:spPr>
          <a:xfrm>
            <a:off x="6309360" y="1828800"/>
            <a:ext cx="4846320" cy="307777"/>
          </a:xfrm>
          <a:prstGeom prst="rect">
            <a:avLst/>
          </a:prstGeom>
          <a:noFill/>
        </p:spPr>
        <p:txBody>
          <a:bodyPr wrap="square" lIns="0" tIns="0" rIns="0" bIns="0">
            <a:spAutoFit/>
          </a:bodyPr>
          <a:lstStyle/>
          <a:p>
            <a:pPr marL="0" indent="0">
              <a:lnSpc>
                <a:spcPct val="100000"/>
              </a:lnSpc>
              <a:spcBef>
                <a:spcPts val="0"/>
              </a:spcBef>
              <a:defRPr sz="2000" b="1">
                <a:solidFill>
                  <a:srgbClr val="1D4093"/>
                </a:solidFill>
                <a:latin typeface="+mn-lt"/>
              </a:defRPr>
            </a:pPr>
            <a:r>
              <a:t>Outer: conserva ambas fuentes</a:t>
            </a:r>
            <a:endParaRPr lang="es-MX"/>
          </a:p>
        </p:txBody>
      </p:sp>
      <p:graphicFrame>
        <p:nvGraphicFramePr>
          <p:cNvPr id="5" name="Table 4"/>
          <p:cNvGraphicFramePr>
            <a:graphicFrameLocks noGrp="1"/>
          </p:cNvGraphicFramePr>
          <p:nvPr>
            <p:extLst>
              <p:ext uri="{D42A27DB-BD31-4B8C-83A1-F6EECF244321}">
                <p14:modId xmlns:p14="http://schemas.microsoft.com/office/powerpoint/2010/main" val="1230730282"/>
              </p:ext>
            </p:extLst>
          </p:nvPr>
        </p:nvGraphicFramePr>
        <p:xfrm>
          <a:off x="868680" y="2331720"/>
          <a:ext cx="4846318" cy="2011680"/>
        </p:xfrm>
        <a:graphic>
          <a:graphicData uri="http://schemas.openxmlformats.org/drawingml/2006/table">
            <a:tbl>
              <a:tblPr firstRow="1" bandRow="1">
                <a:tableStyleId>{5C22544A-7EE6-4342-B048-85BDC9FD1C3A}</a:tableStyleId>
              </a:tblPr>
              <a:tblGrid>
                <a:gridCol w="1915986">
                  <a:extLst>
                    <a:ext uri="{9D8B030D-6E8A-4147-A177-3AD203B41FA5}">
                      <a16:colId xmlns:a16="http://schemas.microsoft.com/office/drawing/2014/main" val="20000"/>
                    </a:ext>
                  </a:extLst>
                </a:gridCol>
                <a:gridCol w="1127051">
                  <a:extLst>
                    <a:ext uri="{9D8B030D-6E8A-4147-A177-3AD203B41FA5}">
                      <a16:colId xmlns:a16="http://schemas.microsoft.com/office/drawing/2014/main" val="20001"/>
                    </a:ext>
                  </a:extLst>
                </a:gridCol>
                <a:gridCol w="1803281">
                  <a:extLst>
                    <a:ext uri="{9D8B030D-6E8A-4147-A177-3AD203B41FA5}">
                      <a16:colId xmlns:a16="http://schemas.microsoft.com/office/drawing/2014/main" val="20002"/>
                    </a:ext>
                  </a:extLst>
                </a:gridCol>
              </a:tblGrid>
              <a:tr h="502920">
                <a:tc>
                  <a:txBody>
                    <a:bodyPr/>
                    <a:lstStyle/>
                    <a:p>
                      <a:pPr marL="0" indent="0">
                        <a:lnSpc>
                          <a:spcPct val="100000"/>
                        </a:lnSpc>
                        <a:spcBef>
                          <a:spcPts val="0"/>
                        </a:spcBef>
                        <a:defRPr sz="1800" b="1">
                          <a:solidFill>
                            <a:srgbClr val="FFFFFF"/>
                          </a:solidFill>
                          <a:latin typeface="+mn-lt"/>
                        </a:defRPr>
                      </a:pPr>
                      <a:r>
                        <a:rPr lang="es-MX"/>
                        <a:t>Matrícula</a:t>
                      </a:r>
                    </a:p>
                  </a:txBody>
                  <a:tcPr marR="54864" marT="22860" marB="13716">
                    <a:solidFill>
                      <a:srgbClr val="1D4093"/>
                    </a:solidFill>
                  </a:tcPr>
                </a:tc>
                <a:tc>
                  <a:txBody>
                    <a:bodyPr/>
                    <a:lstStyle/>
                    <a:p>
                      <a:pPr marL="0" indent="0">
                        <a:lnSpc>
                          <a:spcPct val="100000"/>
                        </a:lnSpc>
                        <a:spcBef>
                          <a:spcPts val="0"/>
                        </a:spcBef>
                        <a:defRPr sz="1800" b="1">
                          <a:solidFill>
                            <a:srgbClr val="FFFFFF"/>
                          </a:solidFill>
                          <a:latin typeface="+mn-lt"/>
                        </a:defRPr>
                      </a:pPr>
                      <a:r>
                        <a:rPr lang="es-MX"/>
                        <a:t>Est.</a:t>
                      </a:r>
                    </a:p>
                  </a:txBody>
                  <a:tcPr marR="54864" marT="22860" marB="13716">
                    <a:solidFill>
                      <a:srgbClr val="1D4093"/>
                    </a:solidFill>
                  </a:tcPr>
                </a:tc>
                <a:tc>
                  <a:txBody>
                    <a:bodyPr/>
                    <a:lstStyle/>
                    <a:p>
                      <a:pPr marL="0" indent="0">
                        <a:lnSpc>
                          <a:spcPct val="100000"/>
                        </a:lnSpc>
                        <a:spcBef>
                          <a:spcPts val="0"/>
                        </a:spcBef>
                        <a:defRPr sz="1800" b="1">
                          <a:solidFill>
                            <a:srgbClr val="FFFFFF"/>
                          </a:solidFill>
                          <a:latin typeface="+mn-lt"/>
                        </a:defRPr>
                      </a:pPr>
                      <a:r>
                        <a:rPr lang="es-MX"/>
                        <a:t>Municipio</a:t>
                      </a:r>
                    </a:p>
                  </a:txBody>
                  <a:tcPr marR="54864" marT="22860" marB="13716">
                    <a:solidFill>
                      <a:srgbClr val="1D4093"/>
                    </a:solidFill>
                  </a:tcPr>
                </a:tc>
                <a:extLst>
                  <a:ext uri="{0D108BD9-81ED-4DB2-BD59-A6C34878D82A}">
                    <a16:rowId xmlns:a16="http://schemas.microsoft.com/office/drawing/2014/main" val="10000"/>
                  </a:ext>
                </a:extLst>
              </a:tr>
              <a:tr h="502920">
                <a:tc>
                  <a:txBody>
                    <a:bodyPr/>
                    <a:lstStyle/>
                    <a:p>
                      <a:pPr marL="0" indent="0">
                        <a:lnSpc>
                          <a:spcPct val="100000"/>
                        </a:lnSpc>
                        <a:spcBef>
                          <a:spcPts val="0"/>
                        </a:spcBef>
                        <a:defRPr sz="1800" b="0">
                          <a:solidFill>
                            <a:srgbClr val="0E2841"/>
                          </a:solidFill>
                          <a:latin typeface="+mn-lt"/>
                        </a:defRPr>
                      </a:pPr>
                      <a:r>
                        <a:rPr lang="es-MX"/>
                        <a:t>L1</a:t>
                      </a:r>
                    </a:p>
                  </a:txBody>
                  <a:tcPr marR="54864" marT="22860" marB="13716">
                    <a:solidFill>
                      <a:srgbClr val="EAF5FA"/>
                    </a:solidFill>
                  </a:tcPr>
                </a:tc>
                <a:tc>
                  <a:txBody>
                    <a:bodyPr/>
                    <a:lstStyle/>
                    <a:p>
                      <a:pPr marL="0" indent="0">
                        <a:lnSpc>
                          <a:spcPct val="100000"/>
                        </a:lnSpc>
                        <a:spcBef>
                          <a:spcPts val="0"/>
                        </a:spcBef>
                        <a:defRPr sz="1800" b="0">
                          <a:solidFill>
                            <a:srgbClr val="0E2841"/>
                          </a:solidFill>
                          <a:latin typeface="+mn-lt"/>
                        </a:defRPr>
                      </a:pPr>
                      <a:r>
                        <a:rPr lang="es-MX"/>
                        <a:t>E1</a:t>
                      </a:r>
                    </a:p>
                  </a:txBody>
                  <a:tcPr marR="54864" marT="22860" marB="13716">
                    <a:solidFill>
                      <a:srgbClr val="EAF5FA"/>
                    </a:solidFill>
                  </a:tcPr>
                </a:tc>
                <a:tc>
                  <a:txBody>
                    <a:bodyPr/>
                    <a:lstStyle/>
                    <a:p>
                      <a:pPr marL="0" indent="0">
                        <a:lnSpc>
                          <a:spcPct val="100000"/>
                        </a:lnSpc>
                        <a:spcBef>
                          <a:spcPts val="0"/>
                        </a:spcBef>
                        <a:defRPr sz="1800" b="0">
                          <a:solidFill>
                            <a:srgbClr val="0E2841"/>
                          </a:solidFill>
                          <a:latin typeface="+mn-lt"/>
                        </a:defRPr>
                      </a:pPr>
                      <a:r>
                        <a:rPr lang="es-MX"/>
                        <a:t>Bello</a:t>
                      </a:r>
                    </a:p>
                  </a:txBody>
                  <a:tcPr marR="54864" marT="22860" marB="13716">
                    <a:solidFill>
                      <a:srgbClr val="EAF5FA"/>
                    </a:solidFill>
                  </a:tcPr>
                </a:tc>
                <a:extLst>
                  <a:ext uri="{0D108BD9-81ED-4DB2-BD59-A6C34878D82A}">
                    <a16:rowId xmlns:a16="http://schemas.microsoft.com/office/drawing/2014/main" val="10001"/>
                  </a:ext>
                </a:extLst>
              </a:tr>
              <a:tr h="502920">
                <a:tc>
                  <a:txBody>
                    <a:bodyPr/>
                    <a:lstStyle/>
                    <a:p>
                      <a:pPr marL="0" indent="0">
                        <a:lnSpc>
                          <a:spcPct val="100000"/>
                        </a:lnSpc>
                        <a:spcBef>
                          <a:spcPts val="0"/>
                        </a:spcBef>
                        <a:defRPr sz="1800" b="0">
                          <a:solidFill>
                            <a:srgbClr val="0E2841"/>
                          </a:solidFill>
                          <a:latin typeface="+mn-lt"/>
                        </a:defRPr>
                      </a:pPr>
                      <a:r>
                        <a:rPr lang="es-MX"/>
                        <a:t>L2</a:t>
                      </a:r>
                    </a:p>
                  </a:txBody>
                  <a:tcPr marR="54864" marT="22860" marB="13716">
                    <a:solidFill>
                      <a:srgbClr val="F7FAFC"/>
                    </a:solidFill>
                  </a:tcPr>
                </a:tc>
                <a:tc>
                  <a:txBody>
                    <a:bodyPr/>
                    <a:lstStyle/>
                    <a:p>
                      <a:pPr marL="0" indent="0">
                        <a:lnSpc>
                          <a:spcPct val="100000"/>
                        </a:lnSpc>
                        <a:spcBef>
                          <a:spcPts val="0"/>
                        </a:spcBef>
                        <a:defRPr sz="1800" b="0">
                          <a:solidFill>
                            <a:srgbClr val="0E2841"/>
                          </a:solidFill>
                          <a:latin typeface="+mn-lt"/>
                        </a:defRPr>
                      </a:pPr>
                      <a:r>
                        <a:rPr lang="es-MX"/>
                        <a:t>E2</a:t>
                      </a:r>
                    </a:p>
                  </a:txBody>
                  <a:tcPr marR="54864" marT="22860" marB="13716">
                    <a:solidFill>
                      <a:srgbClr val="F7FAFC"/>
                    </a:solidFill>
                  </a:tcPr>
                </a:tc>
                <a:tc>
                  <a:txBody>
                    <a:bodyPr/>
                    <a:lstStyle/>
                    <a:p>
                      <a:pPr marL="0" indent="0">
                        <a:lnSpc>
                          <a:spcPct val="100000"/>
                        </a:lnSpc>
                        <a:spcBef>
                          <a:spcPts val="0"/>
                        </a:spcBef>
                        <a:defRPr sz="1800" b="0">
                          <a:solidFill>
                            <a:srgbClr val="0E2841"/>
                          </a:solidFill>
                          <a:latin typeface="+mn-lt"/>
                        </a:defRPr>
                      </a:pPr>
                      <a:r>
                        <a:rPr lang="es-MX"/>
                        <a:t>Medellín</a:t>
                      </a:r>
                    </a:p>
                  </a:txBody>
                  <a:tcPr marR="54864" marT="22860" marB="13716">
                    <a:solidFill>
                      <a:srgbClr val="F7FAFC"/>
                    </a:solidFill>
                  </a:tcPr>
                </a:tc>
                <a:extLst>
                  <a:ext uri="{0D108BD9-81ED-4DB2-BD59-A6C34878D82A}">
                    <a16:rowId xmlns:a16="http://schemas.microsoft.com/office/drawing/2014/main" val="10002"/>
                  </a:ext>
                </a:extLst>
              </a:tr>
              <a:tr h="502920">
                <a:tc>
                  <a:txBody>
                    <a:bodyPr/>
                    <a:lstStyle/>
                    <a:p>
                      <a:pPr marL="0" indent="0">
                        <a:lnSpc>
                          <a:spcPct val="100000"/>
                        </a:lnSpc>
                        <a:spcBef>
                          <a:spcPts val="0"/>
                        </a:spcBef>
                        <a:defRPr sz="1800" b="0">
                          <a:solidFill>
                            <a:srgbClr val="0E2841"/>
                          </a:solidFill>
                          <a:latin typeface="+mn-lt"/>
                        </a:defRPr>
                      </a:pPr>
                      <a:r>
                        <a:rPr lang="es-MX"/>
                        <a:t>Sin matrícula</a:t>
                      </a:r>
                    </a:p>
                  </a:txBody>
                  <a:tcPr marR="54864" marT="22860" marB="13716">
                    <a:solidFill>
                      <a:srgbClr val="EAF5FA"/>
                    </a:solidFill>
                  </a:tcPr>
                </a:tc>
                <a:tc>
                  <a:txBody>
                    <a:bodyPr/>
                    <a:lstStyle/>
                    <a:p>
                      <a:pPr marL="0" indent="0">
                        <a:lnSpc>
                          <a:spcPct val="100000"/>
                        </a:lnSpc>
                        <a:spcBef>
                          <a:spcPts val="0"/>
                        </a:spcBef>
                        <a:defRPr sz="1800" b="0">
                          <a:solidFill>
                            <a:srgbClr val="0E2841"/>
                          </a:solidFill>
                          <a:latin typeface="+mn-lt"/>
                        </a:defRPr>
                      </a:pPr>
                      <a:r>
                        <a:rPr lang="es-MX"/>
                        <a:t>E4</a:t>
                      </a:r>
                    </a:p>
                  </a:txBody>
                  <a:tcPr marR="54864" marT="22860" marB="13716">
                    <a:solidFill>
                      <a:srgbClr val="EAF5FA"/>
                    </a:solidFill>
                  </a:tcPr>
                </a:tc>
                <a:tc>
                  <a:txBody>
                    <a:bodyPr/>
                    <a:lstStyle/>
                    <a:p>
                      <a:pPr marL="0" indent="0">
                        <a:lnSpc>
                          <a:spcPct val="100000"/>
                        </a:lnSpc>
                        <a:spcBef>
                          <a:spcPts val="0"/>
                        </a:spcBef>
                        <a:defRPr sz="1800" b="0">
                          <a:solidFill>
                            <a:srgbClr val="0E2841"/>
                          </a:solidFill>
                          <a:latin typeface="+mn-lt"/>
                        </a:defRPr>
                      </a:pPr>
                      <a:r>
                        <a:rPr lang="es-MX"/>
                        <a:t>Envigado</a:t>
                      </a:r>
                    </a:p>
                  </a:txBody>
                  <a:tcPr marR="54864" marT="22860" marB="13716">
                    <a:solidFill>
                      <a:srgbClr val="EAF5FA"/>
                    </a:solidFill>
                  </a:tcPr>
                </a:tc>
                <a:extLst>
                  <a:ext uri="{0D108BD9-81ED-4DB2-BD59-A6C34878D82A}">
                    <a16:rowId xmlns:a16="http://schemas.microsoft.com/office/drawing/2014/main" val="10003"/>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910609899"/>
              </p:ext>
            </p:extLst>
          </p:nvPr>
        </p:nvGraphicFramePr>
        <p:xfrm>
          <a:off x="6309360" y="2331720"/>
          <a:ext cx="5029199" cy="2514600"/>
        </p:xfrm>
        <a:graphic>
          <a:graphicData uri="http://schemas.openxmlformats.org/drawingml/2006/table">
            <a:tbl>
              <a:tblPr firstRow="1" bandRow="1">
                <a:tableStyleId>{5C22544A-7EE6-4342-B048-85BDC9FD1C3A}</a:tableStyleId>
              </a:tblPr>
              <a:tblGrid>
                <a:gridCol w="1988288">
                  <a:extLst>
                    <a:ext uri="{9D8B030D-6E8A-4147-A177-3AD203B41FA5}">
                      <a16:colId xmlns:a16="http://schemas.microsoft.com/office/drawing/2014/main" val="20000"/>
                    </a:ext>
                  </a:extLst>
                </a:gridCol>
                <a:gridCol w="1169581">
                  <a:extLst>
                    <a:ext uri="{9D8B030D-6E8A-4147-A177-3AD203B41FA5}">
                      <a16:colId xmlns:a16="http://schemas.microsoft.com/office/drawing/2014/main" val="20001"/>
                    </a:ext>
                  </a:extLst>
                </a:gridCol>
                <a:gridCol w="1871330">
                  <a:extLst>
                    <a:ext uri="{9D8B030D-6E8A-4147-A177-3AD203B41FA5}">
                      <a16:colId xmlns:a16="http://schemas.microsoft.com/office/drawing/2014/main" val="20002"/>
                    </a:ext>
                  </a:extLst>
                </a:gridCol>
              </a:tblGrid>
              <a:tr h="502920">
                <a:tc>
                  <a:txBody>
                    <a:bodyPr/>
                    <a:lstStyle/>
                    <a:p>
                      <a:pPr marL="0" indent="0">
                        <a:lnSpc>
                          <a:spcPct val="100000"/>
                        </a:lnSpc>
                        <a:spcBef>
                          <a:spcPts val="0"/>
                        </a:spcBef>
                        <a:defRPr sz="1800" b="1">
                          <a:solidFill>
                            <a:srgbClr val="FFFFFF"/>
                          </a:solidFill>
                          <a:latin typeface="+mn-lt"/>
                        </a:defRPr>
                      </a:pPr>
                      <a:r>
                        <a:rPr lang="es-MX"/>
                        <a:t>Matrícula</a:t>
                      </a:r>
                    </a:p>
                  </a:txBody>
                  <a:tcPr marR="54864" marT="22860" marB="13716">
                    <a:solidFill>
                      <a:srgbClr val="1D4093"/>
                    </a:solidFill>
                  </a:tcPr>
                </a:tc>
                <a:tc>
                  <a:txBody>
                    <a:bodyPr/>
                    <a:lstStyle/>
                    <a:p>
                      <a:pPr marL="0" indent="0">
                        <a:lnSpc>
                          <a:spcPct val="100000"/>
                        </a:lnSpc>
                        <a:spcBef>
                          <a:spcPts val="0"/>
                        </a:spcBef>
                        <a:defRPr sz="1800" b="1">
                          <a:solidFill>
                            <a:srgbClr val="FFFFFF"/>
                          </a:solidFill>
                          <a:latin typeface="+mn-lt"/>
                        </a:defRPr>
                      </a:pPr>
                      <a:r>
                        <a:rPr lang="es-MX"/>
                        <a:t>Est.</a:t>
                      </a:r>
                    </a:p>
                  </a:txBody>
                  <a:tcPr marR="54864" marT="22860" marB="13716">
                    <a:solidFill>
                      <a:srgbClr val="1D4093"/>
                    </a:solidFill>
                  </a:tcPr>
                </a:tc>
                <a:tc>
                  <a:txBody>
                    <a:bodyPr/>
                    <a:lstStyle/>
                    <a:p>
                      <a:pPr marL="0" indent="0">
                        <a:lnSpc>
                          <a:spcPct val="100000"/>
                        </a:lnSpc>
                        <a:spcBef>
                          <a:spcPts val="0"/>
                        </a:spcBef>
                        <a:defRPr sz="1800" b="1">
                          <a:solidFill>
                            <a:srgbClr val="FFFFFF"/>
                          </a:solidFill>
                          <a:latin typeface="+mn-lt"/>
                        </a:defRPr>
                      </a:pPr>
                      <a:r>
                        <a:rPr lang="es-MX"/>
                        <a:t>Municipio</a:t>
                      </a:r>
                    </a:p>
                  </a:txBody>
                  <a:tcPr marR="54864" marT="22860" marB="13716">
                    <a:solidFill>
                      <a:srgbClr val="1D4093"/>
                    </a:solidFill>
                  </a:tcPr>
                </a:tc>
                <a:extLst>
                  <a:ext uri="{0D108BD9-81ED-4DB2-BD59-A6C34878D82A}">
                    <a16:rowId xmlns:a16="http://schemas.microsoft.com/office/drawing/2014/main" val="10000"/>
                  </a:ext>
                </a:extLst>
              </a:tr>
              <a:tr h="502920">
                <a:tc>
                  <a:txBody>
                    <a:bodyPr/>
                    <a:lstStyle/>
                    <a:p>
                      <a:pPr marL="0" indent="0">
                        <a:lnSpc>
                          <a:spcPct val="100000"/>
                        </a:lnSpc>
                        <a:spcBef>
                          <a:spcPts val="0"/>
                        </a:spcBef>
                        <a:defRPr sz="1800" b="0">
                          <a:solidFill>
                            <a:srgbClr val="0E2841"/>
                          </a:solidFill>
                          <a:latin typeface="+mn-lt"/>
                        </a:defRPr>
                      </a:pPr>
                      <a:r>
                        <a:rPr lang="es-MX"/>
                        <a:t>L1</a:t>
                      </a:r>
                    </a:p>
                  </a:txBody>
                  <a:tcPr marR="54864" marT="22860" marB="13716">
                    <a:solidFill>
                      <a:srgbClr val="EAF5FA"/>
                    </a:solidFill>
                  </a:tcPr>
                </a:tc>
                <a:tc>
                  <a:txBody>
                    <a:bodyPr/>
                    <a:lstStyle/>
                    <a:p>
                      <a:pPr marL="0" indent="0">
                        <a:lnSpc>
                          <a:spcPct val="100000"/>
                        </a:lnSpc>
                        <a:spcBef>
                          <a:spcPts val="0"/>
                        </a:spcBef>
                        <a:defRPr sz="1800" b="0">
                          <a:solidFill>
                            <a:srgbClr val="0E2841"/>
                          </a:solidFill>
                          <a:latin typeface="+mn-lt"/>
                        </a:defRPr>
                      </a:pPr>
                      <a:r>
                        <a:rPr lang="es-MX"/>
                        <a:t>E1</a:t>
                      </a:r>
                    </a:p>
                  </a:txBody>
                  <a:tcPr marR="54864" marT="22860" marB="13716">
                    <a:solidFill>
                      <a:srgbClr val="EAF5FA"/>
                    </a:solidFill>
                  </a:tcPr>
                </a:tc>
                <a:tc>
                  <a:txBody>
                    <a:bodyPr/>
                    <a:lstStyle/>
                    <a:p>
                      <a:pPr marL="0" indent="0">
                        <a:lnSpc>
                          <a:spcPct val="100000"/>
                        </a:lnSpc>
                        <a:spcBef>
                          <a:spcPts val="0"/>
                        </a:spcBef>
                        <a:defRPr sz="1800" b="0">
                          <a:solidFill>
                            <a:srgbClr val="0E2841"/>
                          </a:solidFill>
                          <a:latin typeface="+mn-lt"/>
                        </a:defRPr>
                      </a:pPr>
                      <a:r>
                        <a:rPr lang="es-MX"/>
                        <a:t>Bello</a:t>
                      </a:r>
                    </a:p>
                  </a:txBody>
                  <a:tcPr marR="54864" marT="22860" marB="13716">
                    <a:solidFill>
                      <a:srgbClr val="EAF5FA"/>
                    </a:solidFill>
                  </a:tcPr>
                </a:tc>
                <a:extLst>
                  <a:ext uri="{0D108BD9-81ED-4DB2-BD59-A6C34878D82A}">
                    <a16:rowId xmlns:a16="http://schemas.microsoft.com/office/drawing/2014/main" val="10001"/>
                  </a:ext>
                </a:extLst>
              </a:tr>
              <a:tr h="502920">
                <a:tc>
                  <a:txBody>
                    <a:bodyPr/>
                    <a:lstStyle/>
                    <a:p>
                      <a:pPr marL="0" indent="0">
                        <a:lnSpc>
                          <a:spcPct val="100000"/>
                        </a:lnSpc>
                        <a:spcBef>
                          <a:spcPts val="0"/>
                        </a:spcBef>
                        <a:defRPr sz="1800" b="0">
                          <a:solidFill>
                            <a:srgbClr val="0E2841"/>
                          </a:solidFill>
                          <a:latin typeface="+mn-lt"/>
                        </a:defRPr>
                      </a:pPr>
                      <a:r>
                        <a:rPr lang="es-MX"/>
                        <a:t>L2</a:t>
                      </a:r>
                    </a:p>
                  </a:txBody>
                  <a:tcPr marR="54864" marT="22860" marB="13716">
                    <a:solidFill>
                      <a:srgbClr val="F7FAFC"/>
                    </a:solidFill>
                  </a:tcPr>
                </a:tc>
                <a:tc>
                  <a:txBody>
                    <a:bodyPr/>
                    <a:lstStyle/>
                    <a:p>
                      <a:pPr marL="0" indent="0">
                        <a:lnSpc>
                          <a:spcPct val="100000"/>
                        </a:lnSpc>
                        <a:spcBef>
                          <a:spcPts val="0"/>
                        </a:spcBef>
                        <a:defRPr sz="1800" b="0">
                          <a:solidFill>
                            <a:srgbClr val="0E2841"/>
                          </a:solidFill>
                          <a:latin typeface="+mn-lt"/>
                        </a:defRPr>
                      </a:pPr>
                      <a:r>
                        <a:rPr lang="es-MX"/>
                        <a:t>E2</a:t>
                      </a:r>
                    </a:p>
                  </a:txBody>
                  <a:tcPr marR="54864" marT="22860" marB="13716">
                    <a:solidFill>
                      <a:srgbClr val="F7FAFC"/>
                    </a:solidFill>
                  </a:tcPr>
                </a:tc>
                <a:tc>
                  <a:txBody>
                    <a:bodyPr/>
                    <a:lstStyle/>
                    <a:p>
                      <a:pPr marL="0" indent="0">
                        <a:lnSpc>
                          <a:spcPct val="100000"/>
                        </a:lnSpc>
                        <a:spcBef>
                          <a:spcPts val="0"/>
                        </a:spcBef>
                        <a:defRPr sz="1800" b="0">
                          <a:solidFill>
                            <a:srgbClr val="0E2841"/>
                          </a:solidFill>
                          <a:latin typeface="+mn-lt"/>
                        </a:defRPr>
                      </a:pPr>
                      <a:r>
                        <a:rPr lang="es-MX"/>
                        <a:t>Medellín</a:t>
                      </a:r>
                    </a:p>
                  </a:txBody>
                  <a:tcPr marR="54864" marT="22860" marB="13716">
                    <a:solidFill>
                      <a:srgbClr val="F7FAFC"/>
                    </a:solidFill>
                  </a:tcPr>
                </a:tc>
                <a:extLst>
                  <a:ext uri="{0D108BD9-81ED-4DB2-BD59-A6C34878D82A}">
                    <a16:rowId xmlns:a16="http://schemas.microsoft.com/office/drawing/2014/main" val="10002"/>
                  </a:ext>
                </a:extLst>
              </a:tr>
              <a:tr h="502920">
                <a:tc>
                  <a:txBody>
                    <a:bodyPr/>
                    <a:lstStyle/>
                    <a:p>
                      <a:pPr marL="0" indent="0">
                        <a:lnSpc>
                          <a:spcPct val="100000"/>
                        </a:lnSpc>
                        <a:spcBef>
                          <a:spcPts val="0"/>
                        </a:spcBef>
                        <a:defRPr sz="1800" b="0">
                          <a:solidFill>
                            <a:srgbClr val="0E2841"/>
                          </a:solidFill>
                          <a:latin typeface="+mn-lt"/>
                        </a:defRPr>
                      </a:pPr>
                      <a:r>
                        <a:rPr lang="es-MX"/>
                        <a:t>L3</a:t>
                      </a:r>
                    </a:p>
                  </a:txBody>
                  <a:tcPr marR="54864" marT="22860" marB="13716">
                    <a:solidFill>
                      <a:srgbClr val="EAF5FA"/>
                    </a:solidFill>
                  </a:tcPr>
                </a:tc>
                <a:tc>
                  <a:txBody>
                    <a:bodyPr/>
                    <a:lstStyle/>
                    <a:p>
                      <a:pPr marL="0" indent="0">
                        <a:lnSpc>
                          <a:spcPct val="100000"/>
                        </a:lnSpc>
                        <a:spcBef>
                          <a:spcPts val="0"/>
                        </a:spcBef>
                        <a:defRPr sz="1800" b="0">
                          <a:solidFill>
                            <a:srgbClr val="0E2841"/>
                          </a:solidFill>
                          <a:latin typeface="+mn-lt"/>
                        </a:defRPr>
                      </a:pPr>
                      <a:r>
                        <a:rPr lang="es-MX"/>
                        <a:t>E3</a:t>
                      </a:r>
                    </a:p>
                  </a:txBody>
                  <a:tcPr marR="54864" marT="22860" marB="13716">
                    <a:solidFill>
                      <a:srgbClr val="EAF5FA"/>
                    </a:solidFill>
                  </a:tcPr>
                </a:tc>
                <a:tc>
                  <a:txBody>
                    <a:bodyPr/>
                    <a:lstStyle/>
                    <a:p>
                      <a:pPr marL="0" indent="0">
                        <a:lnSpc>
                          <a:spcPct val="100000"/>
                        </a:lnSpc>
                        <a:spcBef>
                          <a:spcPts val="0"/>
                        </a:spcBef>
                        <a:defRPr sz="1800" b="0">
                          <a:solidFill>
                            <a:srgbClr val="0E2841"/>
                          </a:solidFill>
                          <a:latin typeface="+mn-lt"/>
                        </a:defRPr>
                      </a:pPr>
                      <a:r>
                        <a:rPr lang="es-MX"/>
                        <a:t>Sin municipio</a:t>
                      </a:r>
                    </a:p>
                  </a:txBody>
                  <a:tcPr marR="54864" marT="22860" marB="13716">
                    <a:solidFill>
                      <a:srgbClr val="EAF5FA"/>
                    </a:solidFill>
                  </a:tcPr>
                </a:tc>
                <a:extLst>
                  <a:ext uri="{0D108BD9-81ED-4DB2-BD59-A6C34878D82A}">
                    <a16:rowId xmlns:a16="http://schemas.microsoft.com/office/drawing/2014/main" val="10003"/>
                  </a:ext>
                </a:extLst>
              </a:tr>
              <a:tr h="502920">
                <a:tc>
                  <a:txBody>
                    <a:bodyPr/>
                    <a:lstStyle/>
                    <a:p>
                      <a:pPr marL="0" indent="0">
                        <a:lnSpc>
                          <a:spcPct val="100000"/>
                        </a:lnSpc>
                        <a:spcBef>
                          <a:spcPts val="0"/>
                        </a:spcBef>
                        <a:defRPr sz="1800" b="0">
                          <a:solidFill>
                            <a:srgbClr val="0E2841"/>
                          </a:solidFill>
                          <a:latin typeface="+mn-lt"/>
                        </a:defRPr>
                      </a:pPr>
                      <a:r>
                        <a:rPr lang="es-MX"/>
                        <a:t>Sin matrícula</a:t>
                      </a:r>
                    </a:p>
                  </a:txBody>
                  <a:tcPr marR="54864" marT="22860" marB="13716">
                    <a:solidFill>
                      <a:srgbClr val="F7FAFC"/>
                    </a:solidFill>
                  </a:tcPr>
                </a:tc>
                <a:tc>
                  <a:txBody>
                    <a:bodyPr/>
                    <a:lstStyle/>
                    <a:p>
                      <a:pPr marL="0" indent="0">
                        <a:lnSpc>
                          <a:spcPct val="100000"/>
                        </a:lnSpc>
                        <a:spcBef>
                          <a:spcPts val="0"/>
                        </a:spcBef>
                        <a:defRPr sz="1800" b="0">
                          <a:solidFill>
                            <a:srgbClr val="0E2841"/>
                          </a:solidFill>
                          <a:latin typeface="+mn-lt"/>
                        </a:defRPr>
                      </a:pPr>
                      <a:r>
                        <a:rPr lang="es-MX"/>
                        <a:t>E4</a:t>
                      </a:r>
                    </a:p>
                  </a:txBody>
                  <a:tcPr marR="54864" marT="22860" marB="13716">
                    <a:solidFill>
                      <a:srgbClr val="F7FAFC"/>
                    </a:solidFill>
                  </a:tcPr>
                </a:tc>
                <a:tc>
                  <a:txBody>
                    <a:bodyPr/>
                    <a:lstStyle/>
                    <a:p>
                      <a:pPr marL="0" indent="0">
                        <a:lnSpc>
                          <a:spcPct val="100000"/>
                        </a:lnSpc>
                        <a:spcBef>
                          <a:spcPts val="0"/>
                        </a:spcBef>
                        <a:defRPr sz="1800" b="0">
                          <a:solidFill>
                            <a:srgbClr val="0E2841"/>
                          </a:solidFill>
                          <a:latin typeface="+mn-lt"/>
                        </a:defRPr>
                      </a:pPr>
                      <a:r>
                        <a:rPr lang="es-MX"/>
                        <a:t>Envigado</a:t>
                      </a:r>
                    </a:p>
                  </a:txBody>
                  <a:tcPr marR="54864" marT="22860" marB="13716">
                    <a:solidFill>
                      <a:srgbClr val="F7FAFC"/>
                    </a:solidFill>
                  </a:tcPr>
                </a:tc>
                <a:extLst>
                  <a:ext uri="{0D108BD9-81ED-4DB2-BD59-A6C34878D82A}">
                    <a16:rowId xmlns:a16="http://schemas.microsoft.com/office/drawing/2014/main" val="10004"/>
                  </a:ext>
                </a:extLst>
              </a:tr>
            </a:tbl>
          </a:graphicData>
        </a:graphic>
      </p:graphicFrame>
      <p:sp>
        <p:nvSpPr>
          <p:cNvPr id="7" name="TextBox 6"/>
          <p:cNvSpPr txBox="1"/>
          <p:nvPr/>
        </p:nvSpPr>
        <p:spPr>
          <a:xfrm>
            <a:off x="868680" y="4617720"/>
            <a:ext cx="4572000" cy="307777"/>
          </a:xfrm>
          <a:prstGeom prst="rect">
            <a:avLst/>
          </a:prstGeom>
          <a:noFill/>
        </p:spPr>
        <p:txBody>
          <a:bodyPr wrap="square" lIns="0" tIns="0" rIns="0" bIns="0">
            <a:spAutoFit/>
          </a:bodyPr>
          <a:lstStyle/>
          <a:p>
            <a:pPr marL="0" indent="0">
              <a:lnSpc>
                <a:spcPct val="100000"/>
              </a:lnSpc>
              <a:spcBef>
                <a:spcPts val="0"/>
              </a:spcBef>
              <a:defRPr sz="2000" b="0">
                <a:solidFill>
                  <a:srgbClr val="1D4093"/>
                </a:solidFill>
                <a:latin typeface="+mn-lt"/>
              </a:defRPr>
            </a:pPr>
            <a:r>
              <a:t>how="right"</a:t>
            </a:r>
            <a:endParaRPr lang="es-MX"/>
          </a:p>
        </p:txBody>
      </p:sp>
      <p:sp>
        <p:nvSpPr>
          <p:cNvPr id="8" name="TextBox 7"/>
          <p:cNvSpPr txBox="1"/>
          <p:nvPr/>
        </p:nvSpPr>
        <p:spPr>
          <a:xfrm>
            <a:off x="6309360" y="4983480"/>
            <a:ext cx="4572000" cy="307777"/>
          </a:xfrm>
          <a:prstGeom prst="rect">
            <a:avLst/>
          </a:prstGeom>
          <a:noFill/>
        </p:spPr>
        <p:txBody>
          <a:bodyPr wrap="square" lIns="0" tIns="0" rIns="0" bIns="0">
            <a:spAutoFit/>
          </a:bodyPr>
          <a:lstStyle/>
          <a:p>
            <a:pPr marL="0" indent="0">
              <a:lnSpc>
                <a:spcPct val="100000"/>
              </a:lnSpc>
              <a:spcBef>
                <a:spcPts val="0"/>
              </a:spcBef>
              <a:defRPr sz="2000" b="0">
                <a:solidFill>
                  <a:srgbClr val="1D4093"/>
                </a:solidFill>
                <a:latin typeface="+mn-lt"/>
              </a:defRPr>
            </a:pPr>
            <a:r>
              <a:t>how="outer"</a:t>
            </a:r>
            <a:endParaRPr lang="es-MX"/>
          </a:p>
        </p:txBody>
      </p:sp>
      <p:sp>
        <p:nvSpPr>
          <p:cNvPr id="9" name="TextBox 8"/>
          <p:cNvSpPr txBox="1"/>
          <p:nvPr/>
        </p:nvSpPr>
        <p:spPr>
          <a:xfrm>
            <a:off x="868680" y="5486400"/>
            <a:ext cx="10424160" cy="313419"/>
          </a:xfrm>
          <a:prstGeom prst="rect">
            <a:avLst/>
          </a:prstGeom>
          <a:noFill/>
        </p:spPr>
        <p:txBody>
          <a:bodyPr wrap="square" lIns="0" tIns="0" rIns="0" bIns="0">
            <a:spAutoFit/>
          </a:bodyPr>
          <a:lstStyle/>
          <a:p>
            <a:pPr marL="0" indent="0">
              <a:lnSpc>
                <a:spcPct val="105000"/>
              </a:lnSpc>
              <a:spcBef>
                <a:spcPts val="0"/>
              </a:spcBef>
              <a:spcAft>
                <a:spcPts val="700"/>
              </a:spcAft>
              <a:buNone/>
              <a:defRPr sz="2000" b="0">
                <a:solidFill>
                  <a:srgbClr val="1D4093"/>
                </a:solidFill>
                <a:latin typeface="+mn-lt"/>
              </a:defRPr>
            </a:pPr>
            <a:r>
              <a:t>Diagnóstico de registros sin pareja y catálogos sin uso. E4 no es una matrícula.</a:t>
            </a:r>
            <a:endParaRPr lang="es-MX"/>
          </a:p>
        </p:txBody>
      </p:sp>
    </p:spTree>
    <p:extLst>
      <p:ext uri="{BB962C8B-B14F-4D97-AF65-F5344CB8AC3E}">
        <p14:creationId xmlns:p14="http://schemas.microsoft.com/office/powerpoint/2010/main" val="3552669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AF289-A52A-C633-12F2-24C0B11D6253}"/>
              </a:ext>
            </a:extLst>
          </p:cNvPr>
          <p:cNvSpPr>
            <a:spLocks noGrp="1"/>
          </p:cNvSpPr>
          <p:nvPr>
            <p:ph type="title"/>
          </p:nvPr>
        </p:nvSpPr>
        <p:spPr/>
        <p:txBody>
          <a:bodyPr wrap="square" lIns="0" tIns="0" rIns="0" bIns="0"/>
          <a:lstStyle/>
          <a:p>
            <a:pPr marL="0" indent="0">
              <a:lnSpc>
                <a:spcPct val="100000"/>
              </a:lnSpc>
              <a:spcBef>
                <a:spcPts val="0"/>
              </a:spcBef>
              <a:defRPr sz="3200" b="1">
                <a:solidFill>
                  <a:srgbClr val="1D4093"/>
                </a:solidFill>
                <a:latin typeface="+mn-lt"/>
              </a:defRPr>
            </a:pPr>
            <a:r>
              <a:rPr lang="es-MX" sz="3200"/>
              <a:t>Quiz 2 · Conservar el universo</a:t>
            </a:r>
          </a:p>
        </p:txBody>
      </p:sp>
      <p:sp>
        <p:nvSpPr>
          <p:cNvPr id="3" name="TextBox 2"/>
          <p:cNvSpPr txBox="1"/>
          <p:nvPr/>
        </p:nvSpPr>
        <p:spPr>
          <a:xfrm>
            <a:off x="868680" y="1737360"/>
            <a:ext cx="10424160" cy="369332"/>
          </a:xfrm>
          <a:prstGeom prst="rect">
            <a:avLst/>
          </a:prstGeom>
          <a:noFill/>
        </p:spPr>
        <p:txBody>
          <a:bodyPr wrap="square" lIns="0" tIns="0" rIns="0" bIns="0">
            <a:spAutoFit/>
          </a:bodyPr>
          <a:lstStyle/>
          <a:p>
            <a:pPr marL="0" indent="0">
              <a:lnSpc>
                <a:spcPct val="100000"/>
              </a:lnSpc>
              <a:spcBef>
                <a:spcPts val="0"/>
              </a:spcBef>
              <a:defRPr sz="2400" b="0">
                <a:solidFill>
                  <a:srgbClr val="0E2841"/>
                </a:solidFill>
                <a:latin typeface="+mn-lt"/>
              </a:defRPr>
            </a:pPr>
            <a:r>
              <a:t>Necesitamos enriquecer las matrículas sin excluir las que carecen de maestro.</a:t>
            </a:r>
            <a:endParaRPr lang="es-MX"/>
          </a:p>
        </p:txBody>
      </p:sp>
      <p:sp>
        <p:nvSpPr>
          <p:cNvPr id="4" name="TextBox 3"/>
          <p:cNvSpPr txBox="1"/>
          <p:nvPr/>
        </p:nvSpPr>
        <p:spPr>
          <a:xfrm>
            <a:off x="1051560" y="2697480"/>
            <a:ext cx="10058400" cy="307777"/>
          </a:xfrm>
          <a:prstGeom prst="rect">
            <a:avLst/>
          </a:prstGeom>
          <a:noFill/>
        </p:spPr>
        <p:txBody>
          <a:bodyPr wrap="square" lIns="0" tIns="0" rIns="0" bIns="0">
            <a:spAutoFit/>
          </a:bodyPr>
          <a:lstStyle/>
          <a:p>
            <a:pPr marL="0" indent="0">
              <a:lnSpc>
                <a:spcPct val="100000"/>
              </a:lnSpc>
              <a:spcBef>
                <a:spcPts val="0"/>
              </a:spcBef>
              <a:defRPr sz="2000" b="0">
                <a:solidFill>
                  <a:srgbClr val="0E2841"/>
                </a:solidFill>
                <a:latin typeface="+mn-lt"/>
              </a:defRPr>
            </a:pPr>
            <a:r>
              <a:rPr lang="es-MX" sz="2000"/>
              <a:t>A.  Inner.</a:t>
            </a:r>
          </a:p>
        </p:txBody>
      </p:sp>
      <p:sp>
        <p:nvSpPr>
          <p:cNvPr id="5" name="TextBox 4"/>
          <p:cNvSpPr txBox="1"/>
          <p:nvPr/>
        </p:nvSpPr>
        <p:spPr>
          <a:xfrm>
            <a:off x="1051560" y="3310128"/>
            <a:ext cx="10058400" cy="307777"/>
          </a:xfrm>
          <a:prstGeom prst="rect">
            <a:avLst/>
          </a:prstGeom>
          <a:noFill/>
        </p:spPr>
        <p:txBody>
          <a:bodyPr wrap="square" lIns="0" tIns="0" rIns="0" bIns="0">
            <a:spAutoFit/>
          </a:bodyPr>
          <a:lstStyle/>
          <a:p>
            <a:pPr marL="0" indent="0">
              <a:lnSpc>
                <a:spcPct val="100000"/>
              </a:lnSpc>
              <a:spcBef>
                <a:spcPts val="0"/>
              </a:spcBef>
              <a:defRPr sz="2000" b="0">
                <a:solidFill>
                  <a:srgbClr val="0E2841"/>
                </a:solidFill>
                <a:latin typeface="+mn-lt"/>
              </a:defRPr>
            </a:pPr>
            <a:r>
              <a:rPr lang="es-MX" sz="2000"/>
              <a:t>B.  Left desde matrículas.</a:t>
            </a:r>
          </a:p>
        </p:txBody>
      </p:sp>
      <p:sp>
        <p:nvSpPr>
          <p:cNvPr id="6" name="TextBox 5"/>
          <p:cNvSpPr txBox="1"/>
          <p:nvPr/>
        </p:nvSpPr>
        <p:spPr>
          <a:xfrm>
            <a:off x="1051560" y="3922776"/>
            <a:ext cx="10058400" cy="307777"/>
          </a:xfrm>
          <a:prstGeom prst="rect">
            <a:avLst/>
          </a:prstGeom>
          <a:noFill/>
        </p:spPr>
        <p:txBody>
          <a:bodyPr wrap="square" lIns="0" tIns="0" rIns="0" bIns="0">
            <a:spAutoFit/>
          </a:bodyPr>
          <a:lstStyle/>
          <a:p>
            <a:pPr marL="0" indent="0">
              <a:lnSpc>
                <a:spcPct val="100000"/>
              </a:lnSpc>
              <a:spcBef>
                <a:spcPts val="0"/>
              </a:spcBef>
              <a:defRPr sz="2000" b="0">
                <a:solidFill>
                  <a:srgbClr val="0E2841"/>
                </a:solidFill>
                <a:latin typeface="+mn-lt"/>
              </a:defRPr>
            </a:pPr>
            <a:r>
              <a:rPr lang="es-MX" sz="2000"/>
              <a:t>C.  Right desde matrículas.</a:t>
            </a:r>
          </a:p>
        </p:txBody>
      </p:sp>
      <p:sp>
        <p:nvSpPr>
          <p:cNvPr id="7" name="TextBox 6"/>
          <p:cNvSpPr txBox="1"/>
          <p:nvPr/>
        </p:nvSpPr>
        <p:spPr>
          <a:xfrm>
            <a:off x="1051560" y="4535424"/>
            <a:ext cx="10058400" cy="307777"/>
          </a:xfrm>
          <a:prstGeom prst="rect">
            <a:avLst/>
          </a:prstGeom>
          <a:noFill/>
        </p:spPr>
        <p:txBody>
          <a:bodyPr wrap="square" lIns="0" tIns="0" rIns="0" bIns="0">
            <a:spAutoFit/>
          </a:bodyPr>
          <a:lstStyle/>
          <a:p>
            <a:pPr marL="0" indent="0">
              <a:lnSpc>
                <a:spcPct val="100000"/>
              </a:lnSpc>
              <a:spcBef>
                <a:spcPts val="0"/>
              </a:spcBef>
              <a:defRPr sz="2000" b="0">
                <a:solidFill>
                  <a:srgbClr val="0E2841"/>
                </a:solidFill>
                <a:latin typeface="+mn-lt"/>
              </a:defRPr>
            </a:pPr>
            <a:r>
              <a:rPr lang="es-MX" sz="2000"/>
              <a:t>D.  Concat vertical.</a:t>
            </a:r>
          </a:p>
        </p:txBody>
      </p:sp>
      <p:sp>
        <p:nvSpPr>
          <p:cNvPr id="8" name="TextBox 7"/>
          <p:cNvSpPr txBox="1"/>
          <p:nvPr/>
        </p:nvSpPr>
        <p:spPr>
          <a:xfrm>
            <a:off x="868680" y="5394960"/>
            <a:ext cx="10424160" cy="282065"/>
          </a:xfrm>
          <a:prstGeom prst="rect">
            <a:avLst/>
          </a:prstGeom>
          <a:noFill/>
        </p:spPr>
        <p:txBody>
          <a:bodyPr wrap="square" lIns="0" tIns="0" rIns="0" bIns="0">
            <a:spAutoFit/>
          </a:bodyPr>
          <a:lstStyle/>
          <a:p>
            <a:pPr marL="0" indent="0">
              <a:lnSpc>
                <a:spcPct val="105000"/>
              </a:lnSpc>
              <a:spcBef>
                <a:spcPts val="0"/>
              </a:spcBef>
              <a:spcAft>
                <a:spcPts val="700"/>
              </a:spcAft>
              <a:buNone/>
              <a:defRPr sz="1800" b="0">
                <a:solidFill>
                  <a:srgbClr val="1D4093"/>
                </a:solidFill>
                <a:latin typeface="+mn-lt"/>
              </a:defRPr>
            </a:pPr>
            <a:r>
              <a:t>Responde por voz o chat y explica tu criterio.</a:t>
            </a:r>
            <a:endParaRPr lang="es-MX"/>
          </a:p>
        </p:txBody>
      </p:sp>
    </p:spTree>
    <p:extLst>
      <p:ext uri="{BB962C8B-B14F-4D97-AF65-F5344CB8AC3E}">
        <p14:creationId xmlns:p14="http://schemas.microsoft.com/office/powerpoint/2010/main" val="3552669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AE81B89-0F34-6A24-80AE-7A07D7447EDF}"/>
              </a:ext>
            </a:extLst>
          </p:cNvPr>
          <p:cNvSpPr>
            <a:spLocks noGrp="1"/>
          </p:cNvSpPr>
          <p:nvPr>
            <p:ph type="title"/>
          </p:nvPr>
        </p:nvSpPr>
        <p:spPr/>
        <p:txBody>
          <a:bodyPr wrap="square" lIns="0" tIns="0" rIns="0" bIns="0"/>
          <a:lstStyle/>
          <a:p>
            <a:pPr marL="0" indent="0">
              <a:lnSpc>
                <a:spcPct val="100000"/>
              </a:lnSpc>
              <a:spcBef>
                <a:spcPts val="0"/>
              </a:spcBef>
              <a:defRPr sz="3200" b="1">
                <a:solidFill>
                  <a:srgbClr val="FFFFFF"/>
                </a:solidFill>
                <a:latin typeface="+mn-lt"/>
              </a:defRPr>
            </a:pPr>
            <a:r>
              <a:rPr lang="es-MX" sz="3200"/>
              <a:t>Respuesta 2</a:t>
            </a:r>
          </a:p>
          <a:p>
            <a:pPr marL="0" indent="0">
              <a:lnSpc>
                <a:spcPct val="100000"/>
              </a:lnSpc>
              <a:spcBef>
                <a:spcPts val="0"/>
              </a:spcBef>
              <a:defRPr sz="3200" b="1">
                <a:solidFill>
                  <a:srgbClr val="FFFFFF"/>
                </a:solidFill>
                <a:latin typeface="+mn-lt"/>
              </a:defRPr>
            </a:pPr>
            <a:r>
              <a:rPr lang="es-MX" sz="3200"/>
              <a:t>Fuente y propósito</a:t>
            </a:r>
          </a:p>
        </p:txBody>
      </p:sp>
      <p:sp>
        <p:nvSpPr>
          <p:cNvPr id="5" name="Text Placeholder 4">
            <a:extLst>
              <a:ext uri="{FF2B5EF4-FFF2-40B4-BE49-F238E27FC236}">
                <a16:creationId xmlns:a16="http://schemas.microsoft.com/office/drawing/2014/main" id="{F9B14905-158C-2875-1507-71D41FCDBFED}"/>
              </a:ext>
            </a:extLst>
          </p:cNvPr>
          <p:cNvSpPr>
            <a:spLocks noGrp="1"/>
          </p:cNvSpPr>
          <p:nvPr>
            <p:ph type="body" sz="half" idx="2"/>
          </p:nvPr>
        </p:nvSpPr>
        <p:spPr/>
        <p:txBody>
          <a:bodyPr wrap="square" lIns="0" tIns="0" rIns="0" bIns="0"/>
          <a:lstStyle/>
          <a:p>
            <a:pPr marL="0" indent="0">
              <a:lnSpc>
                <a:spcPct val="105000"/>
              </a:lnSpc>
              <a:spcBef>
                <a:spcPts val="0"/>
              </a:spcBef>
              <a:spcAft>
                <a:spcPts val="700"/>
              </a:spcAft>
              <a:defRPr sz="1600" b="0">
                <a:solidFill>
                  <a:srgbClr val="FFFFFF"/>
                </a:solidFill>
                <a:latin typeface="+mn-lt"/>
              </a:defRPr>
            </a:pPr>
            <a:r>
              <a:rPr sz="5400" b="1" dirty="0"/>
              <a:t>B</a:t>
            </a:r>
            <a:endParaRPr b="1" dirty="0"/>
          </a:p>
          <a:p>
            <a:pPr marL="0" indent="0">
              <a:lnSpc>
                <a:spcPct val="105000"/>
              </a:lnSpc>
              <a:spcBef>
                <a:spcPts val="0"/>
              </a:spcBef>
              <a:spcAft>
                <a:spcPts val="700"/>
              </a:spcAft>
              <a:defRPr sz="1600" b="0">
                <a:solidFill>
                  <a:srgbClr val="FFFFFF"/>
                </a:solidFill>
                <a:latin typeface="+mn-lt"/>
              </a:defRPr>
            </a:pPr>
            <a:endParaRPr dirty="0"/>
          </a:p>
          <a:p>
            <a:pPr marL="0" indent="0">
              <a:lnSpc>
                <a:spcPct val="105000"/>
              </a:lnSpc>
              <a:spcBef>
                <a:spcPts val="0"/>
              </a:spcBef>
              <a:spcAft>
                <a:spcPts val="700"/>
              </a:spcAft>
              <a:buNone/>
              <a:defRPr sz="1600" b="0">
                <a:solidFill>
                  <a:srgbClr val="FFFFFF"/>
                </a:solidFill>
                <a:latin typeface="+mn-lt"/>
              </a:defRPr>
            </a:pPr>
            <a:r>
              <a:rPr dirty="0" err="1"/>
              <a:t>Matrículas</a:t>
            </a:r>
            <a:r>
              <a:rPr dirty="0"/>
              <a:t> es la </a:t>
            </a:r>
            <a:r>
              <a:rPr dirty="0" err="1"/>
              <a:t>izquierda</a:t>
            </a:r>
            <a:r>
              <a:rPr dirty="0"/>
              <a:t> y </a:t>
            </a:r>
            <a:r>
              <a:rPr dirty="0" err="1"/>
              <a:t>determina</a:t>
            </a:r>
            <a:r>
              <a:rPr dirty="0"/>
              <a:t> el </a:t>
            </a:r>
            <a:r>
              <a:rPr dirty="0" err="1"/>
              <a:t>universo</a:t>
            </a:r>
            <a:r>
              <a:rPr dirty="0"/>
              <a:t>.</a:t>
            </a:r>
            <a:endParaRPr lang="es-MX" dirty="0"/>
          </a:p>
          <a:p>
            <a:pPr marL="0" indent="0">
              <a:lnSpc>
                <a:spcPct val="105000"/>
              </a:lnSpc>
              <a:spcBef>
                <a:spcPts val="0"/>
              </a:spcBef>
              <a:spcAft>
                <a:spcPts val="700"/>
              </a:spcAft>
              <a:buNone/>
              <a:defRPr sz="1600" b="0">
                <a:solidFill>
                  <a:srgbClr val="FFFFFF"/>
                </a:solidFill>
                <a:latin typeface="+mn-lt"/>
              </a:defRPr>
            </a:pPr>
            <a:endParaRPr lang="es-MX" dirty="0"/>
          </a:p>
          <a:p>
            <a:pPr marL="0" indent="0">
              <a:lnSpc>
                <a:spcPct val="105000"/>
              </a:lnSpc>
              <a:spcBef>
                <a:spcPts val="0"/>
              </a:spcBef>
              <a:spcAft>
                <a:spcPts val="700"/>
              </a:spcAft>
              <a:buNone/>
              <a:defRPr sz="1600" b="0">
                <a:solidFill>
                  <a:srgbClr val="FFFFFF"/>
                </a:solidFill>
                <a:latin typeface="+mn-lt"/>
              </a:defRPr>
            </a:pPr>
            <a:r>
              <a:rPr dirty="0"/>
              <a:t>Los </a:t>
            </a:r>
            <a:r>
              <a:rPr dirty="0" err="1"/>
              <a:t>faltantes</a:t>
            </a:r>
            <a:r>
              <a:rPr dirty="0"/>
              <a:t> se </a:t>
            </a:r>
            <a:r>
              <a:rPr dirty="0" err="1"/>
              <a:t>identifican</a:t>
            </a:r>
            <a:r>
              <a:rPr dirty="0"/>
              <a:t> y se </a:t>
            </a:r>
            <a:r>
              <a:rPr dirty="0" err="1"/>
              <a:t>reportan</a:t>
            </a:r>
            <a:r>
              <a:rPr dirty="0"/>
              <a:t>.</a:t>
            </a:r>
            <a:endParaRPr lang="es-MX" dirty="0"/>
          </a:p>
        </p:txBody>
      </p:sp>
      <p:sp>
        <p:nvSpPr>
          <p:cNvPr id="6" name="TextBox 5"/>
          <p:cNvSpPr txBox="1"/>
          <p:nvPr/>
        </p:nvSpPr>
        <p:spPr>
          <a:xfrm>
            <a:off x="5184648" y="1463040"/>
            <a:ext cx="6035040" cy="369332"/>
          </a:xfrm>
          <a:prstGeom prst="rect">
            <a:avLst/>
          </a:prstGeom>
          <a:noFill/>
        </p:spPr>
        <p:txBody>
          <a:bodyPr wrap="square" lIns="0" tIns="0" rIns="0" bIns="0">
            <a:spAutoFit/>
          </a:bodyPr>
          <a:lstStyle/>
          <a:p>
            <a:pPr marL="0" indent="0">
              <a:lnSpc>
                <a:spcPct val="100000"/>
              </a:lnSpc>
              <a:spcBef>
                <a:spcPts val="0"/>
              </a:spcBef>
              <a:defRPr sz="2400" b="1">
                <a:solidFill>
                  <a:srgbClr val="1D4093"/>
                </a:solidFill>
                <a:latin typeface="+mn-lt"/>
              </a:defRPr>
            </a:pPr>
            <a:r>
              <a:t>Left conserva las matrículas sin pareja.</a:t>
            </a:r>
            <a:endParaRPr lang="es-MX"/>
          </a:p>
        </p:txBody>
      </p:sp>
      <p:sp>
        <p:nvSpPr>
          <p:cNvPr id="7" name="TextBox 6"/>
          <p:cNvSpPr txBox="1"/>
          <p:nvPr/>
        </p:nvSpPr>
        <p:spPr>
          <a:xfrm>
            <a:off x="5184648" y="3108960"/>
            <a:ext cx="6035040" cy="1477328"/>
          </a:xfrm>
          <a:prstGeom prst="rect">
            <a:avLst/>
          </a:prstGeom>
          <a:noFill/>
        </p:spPr>
        <p:txBody>
          <a:bodyPr wrap="square" lIns="0" tIns="0" rIns="0" bIns="0">
            <a:spAutoFit/>
          </a:bodyPr>
          <a:lstStyle/>
          <a:p>
            <a:pPr marL="0" indent="0">
              <a:lnSpc>
                <a:spcPct val="100000"/>
              </a:lnSpc>
              <a:spcBef>
                <a:spcPts val="0"/>
              </a:spcBef>
              <a:defRPr sz="2400" b="0">
                <a:solidFill>
                  <a:srgbClr val="0E2841"/>
                </a:solidFill>
                <a:latin typeface="+mn-lt"/>
              </a:defRPr>
            </a:pPr>
            <a:r>
              <a:t>Pero left, por sí solo, no garantiza el mismo número de filas.</a:t>
            </a:r>
            <a:endParaRPr lang="es-MX"/>
          </a:p>
          <a:p>
            <a:pPr marL="0" indent="0">
              <a:lnSpc>
                <a:spcPct val="100000"/>
              </a:lnSpc>
              <a:spcBef>
                <a:spcPts val="0"/>
              </a:spcBef>
              <a:defRPr sz="2400" b="0">
                <a:solidFill>
                  <a:srgbClr val="0E2841"/>
                </a:solidFill>
                <a:latin typeface="+mn-lt"/>
              </a:defRPr>
            </a:pPr>
            <a:endParaRPr lang="es-MX"/>
          </a:p>
          <a:p>
            <a:pPr marL="0" indent="0">
              <a:lnSpc>
                <a:spcPct val="100000"/>
              </a:lnSpc>
              <a:spcBef>
                <a:spcPts val="0"/>
              </a:spcBef>
              <a:defRPr sz="2400" b="0">
                <a:solidFill>
                  <a:srgbClr val="0E2841"/>
                </a:solidFill>
                <a:latin typeface="+mn-lt"/>
              </a:defRPr>
            </a:pPr>
            <a:r>
              <a:t>La cardinalidad también importa.</a:t>
            </a:r>
            <a:endParaRPr lang="es-MX"/>
          </a:p>
        </p:txBody>
      </p:sp>
    </p:spTree>
    <p:extLst>
      <p:ext uri="{BB962C8B-B14F-4D97-AF65-F5344CB8AC3E}">
        <p14:creationId xmlns:p14="http://schemas.microsoft.com/office/powerpoint/2010/main" val="6979997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AF289-A52A-C633-12F2-24C0B11D6253}"/>
              </a:ext>
            </a:extLst>
          </p:cNvPr>
          <p:cNvSpPr>
            <a:spLocks noGrp="1"/>
          </p:cNvSpPr>
          <p:nvPr>
            <p:ph type="title"/>
          </p:nvPr>
        </p:nvSpPr>
        <p:spPr/>
        <p:txBody>
          <a:bodyPr wrap="square" lIns="0" tIns="0" rIns="0" bIns="0"/>
          <a:lstStyle/>
          <a:p>
            <a:pPr marL="0" indent="0">
              <a:lnSpc>
                <a:spcPct val="100000"/>
              </a:lnSpc>
              <a:spcBef>
                <a:spcPts val="0"/>
              </a:spcBef>
              <a:defRPr sz="3200" b="1">
                <a:solidFill>
                  <a:srgbClr val="1D4093"/>
                </a:solidFill>
                <a:latin typeface="+mn-lt"/>
              </a:defRPr>
            </a:pPr>
            <a:r>
              <a:rPr lang="es-MX" sz="3200"/>
              <a:t>Cardinalidad</a:t>
            </a:r>
          </a:p>
        </p:txBody>
      </p:sp>
      <p:graphicFrame>
        <p:nvGraphicFramePr>
          <p:cNvPr id="3" name="Table 2"/>
          <p:cNvGraphicFramePr>
            <a:graphicFrameLocks noGrp="1"/>
          </p:cNvGraphicFramePr>
          <p:nvPr>
            <p:extLst>
              <p:ext uri="{D42A27DB-BD31-4B8C-83A1-F6EECF244321}">
                <p14:modId xmlns:p14="http://schemas.microsoft.com/office/powerpoint/2010/main" val="1758575129"/>
              </p:ext>
            </p:extLst>
          </p:nvPr>
        </p:nvGraphicFramePr>
        <p:xfrm>
          <a:off x="868680" y="1828800"/>
          <a:ext cx="10424158" cy="2999232"/>
        </p:xfrm>
        <a:graphic>
          <a:graphicData uri="http://schemas.openxmlformats.org/drawingml/2006/table">
            <a:tbl>
              <a:tblPr firstRow="1" bandRow="1">
                <a:tableStyleId>{5C22544A-7EE6-4342-B048-85BDC9FD1C3A}</a:tableStyleId>
              </a:tblPr>
              <a:tblGrid>
                <a:gridCol w="1801706">
                  <a:extLst>
                    <a:ext uri="{9D8B030D-6E8A-4147-A177-3AD203B41FA5}">
                      <a16:colId xmlns:a16="http://schemas.microsoft.com/office/drawing/2014/main" val="20000"/>
                    </a:ext>
                  </a:extLst>
                </a:gridCol>
                <a:gridCol w="2573866">
                  <a:extLst>
                    <a:ext uri="{9D8B030D-6E8A-4147-A177-3AD203B41FA5}">
                      <a16:colId xmlns:a16="http://schemas.microsoft.com/office/drawing/2014/main" val="20001"/>
                    </a:ext>
                  </a:extLst>
                </a:gridCol>
                <a:gridCol w="2831253">
                  <a:extLst>
                    <a:ext uri="{9D8B030D-6E8A-4147-A177-3AD203B41FA5}">
                      <a16:colId xmlns:a16="http://schemas.microsoft.com/office/drawing/2014/main" val="20002"/>
                    </a:ext>
                  </a:extLst>
                </a:gridCol>
                <a:gridCol w="3217333">
                  <a:extLst>
                    <a:ext uri="{9D8B030D-6E8A-4147-A177-3AD203B41FA5}">
                      <a16:colId xmlns:a16="http://schemas.microsoft.com/office/drawing/2014/main" val="20003"/>
                    </a:ext>
                  </a:extLst>
                </a:gridCol>
              </a:tblGrid>
              <a:tr h="749808">
                <a:tc>
                  <a:txBody>
                    <a:bodyPr/>
                    <a:lstStyle/>
                    <a:p>
                      <a:pPr marL="0" indent="0">
                        <a:lnSpc>
                          <a:spcPct val="100000"/>
                        </a:lnSpc>
                        <a:spcBef>
                          <a:spcPts val="0"/>
                        </a:spcBef>
                        <a:defRPr sz="1800" b="1">
                          <a:solidFill>
                            <a:srgbClr val="FFFFFF"/>
                          </a:solidFill>
                          <a:latin typeface="+mn-lt"/>
                        </a:defRPr>
                      </a:pPr>
                      <a:r>
                        <a:rPr lang="es-MX"/>
                        <a:t>Relación</a:t>
                      </a:r>
                    </a:p>
                  </a:txBody>
                  <a:tcPr marR="54864" marT="22860" marB="13716">
                    <a:solidFill>
                      <a:srgbClr val="1D4093"/>
                    </a:solidFill>
                  </a:tcPr>
                </a:tc>
                <a:tc>
                  <a:txBody>
                    <a:bodyPr/>
                    <a:lstStyle/>
                    <a:p>
                      <a:pPr marL="0" indent="0">
                        <a:lnSpc>
                          <a:spcPct val="100000"/>
                        </a:lnSpc>
                        <a:spcBef>
                          <a:spcPts val="0"/>
                        </a:spcBef>
                        <a:defRPr sz="1800" b="1">
                          <a:solidFill>
                            <a:srgbClr val="FFFFFF"/>
                          </a:solidFill>
                          <a:latin typeface="+mn-lt"/>
                        </a:defRPr>
                      </a:pPr>
                      <a:r>
                        <a:rPr lang="es-MX"/>
                        <a:t>Filas de izquierda</a:t>
                      </a:r>
                    </a:p>
                  </a:txBody>
                  <a:tcPr marR="54864" marT="22860" marB="13716">
                    <a:solidFill>
                      <a:srgbClr val="1D4093"/>
                    </a:solidFill>
                  </a:tcPr>
                </a:tc>
                <a:tc>
                  <a:txBody>
                    <a:bodyPr/>
                    <a:lstStyle/>
                    <a:p>
                      <a:pPr marL="0" indent="0">
                        <a:lnSpc>
                          <a:spcPct val="100000"/>
                        </a:lnSpc>
                        <a:spcBef>
                          <a:spcPts val="0"/>
                        </a:spcBef>
                        <a:defRPr sz="1800" b="1">
                          <a:solidFill>
                            <a:srgbClr val="FFFFFF"/>
                          </a:solidFill>
                          <a:latin typeface="+mn-lt"/>
                        </a:defRPr>
                      </a:pPr>
                      <a:r>
                        <a:rPr lang="es-MX"/>
                        <a:t>Filas de derecha</a:t>
                      </a:r>
                    </a:p>
                  </a:txBody>
                  <a:tcPr marR="54864" marT="22860" marB="13716">
                    <a:solidFill>
                      <a:srgbClr val="1D4093"/>
                    </a:solidFill>
                  </a:tcPr>
                </a:tc>
                <a:tc>
                  <a:txBody>
                    <a:bodyPr/>
                    <a:lstStyle/>
                    <a:p>
                      <a:pPr marL="0" indent="0">
                        <a:lnSpc>
                          <a:spcPct val="100000"/>
                        </a:lnSpc>
                        <a:spcBef>
                          <a:spcPts val="0"/>
                        </a:spcBef>
                        <a:defRPr sz="1800" b="1">
                          <a:solidFill>
                            <a:srgbClr val="FFFFFF"/>
                          </a:solidFill>
                          <a:latin typeface="+mn-lt"/>
                        </a:defRPr>
                      </a:pPr>
                      <a:r>
                        <a:rPr lang="es-MX"/>
                        <a:t>Combinaciones</a:t>
                      </a:r>
                    </a:p>
                  </a:txBody>
                  <a:tcPr marR="54864" marT="22860" marB="13716">
                    <a:solidFill>
                      <a:srgbClr val="1D4093"/>
                    </a:solidFill>
                  </a:tcPr>
                </a:tc>
                <a:extLst>
                  <a:ext uri="{0D108BD9-81ED-4DB2-BD59-A6C34878D82A}">
                    <a16:rowId xmlns:a16="http://schemas.microsoft.com/office/drawing/2014/main" val="10000"/>
                  </a:ext>
                </a:extLst>
              </a:tr>
              <a:tr h="749808">
                <a:tc>
                  <a:txBody>
                    <a:bodyPr/>
                    <a:lstStyle/>
                    <a:p>
                      <a:pPr marL="0" indent="0">
                        <a:lnSpc>
                          <a:spcPct val="100000"/>
                        </a:lnSpc>
                        <a:spcBef>
                          <a:spcPts val="0"/>
                        </a:spcBef>
                        <a:defRPr sz="1800" b="0">
                          <a:solidFill>
                            <a:srgbClr val="0E2841"/>
                          </a:solidFill>
                          <a:latin typeface="+mn-lt"/>
                        </a:defRPr>
                      </a:pPr>
                      <a:r>
                        <a:rPr lang="es-MX"/>
                        <a:t>Uno a uno</a:t>
                      </a:r>
                    </a:p>
                  </a:txBody>
                  <a:tcPr marR="54864" marT="22860" marB="13716">
                    <a:solidFill>
                      <a:srgbClr val="EAF5FA"/>
                    </a:solidFill>
                  </a:tcPr>
                </a:tc>
                <a:tc>
                  <a:txBody>
                    <a:bodyPr/>
                    <a:lstStyle/>
                    <a:p>
                      <a:pPr marL="0" indent="0">
                        <a:lnSpc>
                          <a:spcPct val="100000"/>
                        </a:lnSpc>
                        <a:spcBef>
                          <a:spcPts val="0"/>
                        </a:spcBef>
                        <a:defRPr sz="1800" b="0">
                          <a:solidFill>
                            <a:srgbClr val="0E2841"/>
                          </a:solidFill>
                          <a:latin typeface="+mn-lt"/>
                        </a:defRPr>
                      </a:pPr>
                      <a:r>
                        <a:rPr lang="es-MX"/>
                        <a:t>L1/E1</a:t>
                      </a:r>
                    </a:p>
                  </a:txBody>
                  <a:tcPr marR="54864" marT="22860" marB="13716">
                    <a:solidFill>
                      <a:srgbClr val="EAF5FA"/>
                    </a:solidFill>
                  </a:tcPr>
                </a:tc>
                <a:tc>
                  <a:txBody>
                    <a:bodyPr/>
                    <a:lstStyle/>
                    <a:p>
                      <a:pPr marL="0" indent="0">
                        <a:lnSpc>
                          <a:spcPct val="100000"/>
                        </a:lnSpc>
                        <a:spcBef>
                          <a:spcPts val="0"/>
                        </a:spcBef>
                        <a:defRPr sz="1800" b="0">
                          <a:solidFill>
                            <a:srgbClr val="0E2841"/>
                          </a:solidFill>
                          <a:latin typeface="+mn-lt"/>
                        </a:defRPr>
                      </a:pPr>
                      <a:r>
                        <a:rPr lang="es-MX"/>
                        <a:t>E1/Bello</a:t>
                      </a:r>
                    </a:p>
                  </a:txBody>
                  <a:tcPr marR="54864" marT="22860" marB="13716">
                    <a:solidFill>
                      <a:srgbClr val="EAF5FA"/>
                    </a:solidFill>
                  </a:tcPr>
                </a:tc>
                <a:tc>
                  <a:txBody>
                    <a:bodyPr/>
                    <a:lstStyle/>
                    <a:p>
                      <a:pPr marL="0" indent="0">
                        <a:lnSpc>
                          <a:spcPct val="100000"/>
                        </a:lnSpc>
                        <a:spcBef>
                          <a:spcPts val="0"/>
                        </a:spcBef>
                        <a:defRPr sz="1800" b="0">
                          <a:solidFill>
                            <a:srgbClr val="0E2841"/>
                          </a:solidFill>
                          <a:latin typeface="+mn-lt"/>
                        </a:defRPr>
                      </a:pPr>
                      <a:r>
                        <a:rPr lang="es-MX"/>
                        <a:t>L1 con Bello</a:t>
                      </a:r>
                    </a:p>
                  </a:txBody>
                  <a:tcPr marR="54864" marT="22860" marB="13716">
                    <a:solidFill>
                      <a:srgbClr val="EAF5FA"/>
                    </a:solidFill>
                  </a:tcPr>
                </a:tc>
                <a:extLst>
                  <a:ext uri="{0D108BD9-81ED-4DB2-BD59-A6C34878D82A}">
                    <a16:rowId xmlns:a16="http://schemas.microsoft.com/office/drawing/2014/main" val="10001"/>
                  </a:ext>
                </a:extLst>
              </a:tr>
              <a:tr h="749808">
                <a:tc>
                  <a:txBody>
                    <a:bodyPr/>
                    <a:lstStyle/>
                    <a:p>
                      <a:pPr marL="0" indent="0">
                        <a:lnSpc>
                          <a:spcPct val="100000"/>
                        </a:lnSpc>
                        <a:spcBef>
                          <a:spcPts val="0"/>
                        </a:spcBef>
                        <a:defRPr sz="1800" b="0">
                          <a:solidFill>
                            <a:srgbClr val="0E2841"/>
                          </a:solidFill>
                          <a:latin typeface="+mn-lt"/>
                        </a:defRPr>
                      </a:pPr>
                      <a:r>
                        <a:rPr lang="es-MX"/>
                        <a:t>Muchos a uno</a:t>
                      </a:r>
                    </a:p>
                  </a:txBody>
                  <a:tcPr marR="54864" marT="22860" marB="13716">
                    <a:solidFill>
                      <a:srgbClr val="F7FAFC"/>
                    </a:solidFill>
                  </a:tcPr>
                </a:tc>
                <a:tc>
                  <a:txBody>
                    <a:bodyPr/>
                    <a:lstStyle/>
                    <a:p>
                      <a:pPr marL="0" indent="0">
                        <a:lnSpc>
                          <a:spcPct val="100000"/>
                        </a:lnSpc>
                        <a:spcBef>
                          <a:spcPts val="0"/>
                        </a:spcBef>
                        <a:defRPr sz="1800" b="0">
                          <a:solidFill>
                            <a:srgbClr val="0E2841"/>
                          </a:solidFill>
                          <a:latin typeface="+mn-lt"/>
                        </a:defRPr>
                      </a:pPr>
                      <a:r>
                        <a:rPr lang="es-MX"/>
                        <a:t>L1/E1, L2/E1</a:t>
                      </a:r>
                    </a:p>
                  </a:txBody>
                  <a:tcPr marR="54864" marT="22860" marB="13716">
                    <a:solidFill>
                      <a:srgbClr val="F7FAFC"/>
                    </a:solidFill>
                  </a:tcPr>
                </a:tc>
                <a:tc>
                  <a:txBody>
                    <a:bodyPr/>
                    <a:lstStyle/>
                    <a:p>
                      <a:pPr marL="0" indent="0">
                        <a:lnSpc>
                          <a:spcPct val="100000"/>
                        </a:lnSpc>
                        <a:spcBef>
                          <a:spcPts val="0"/>
                        </a:spcBef>
                        <a:defRPr sz="1800" b="0">
                          <a:solidFill>
                            <a:srgbClr val="0E2841"/>
                          </a:solidFill>
                          <a:latin typeface="+mn-lt"/>
                        </a:defRPr>
                      </a:pPr>
                      <a:r>
                        <a:rPr lang="es-MX"/>
                        <a:t>E1/Bello</a:t>
                      </a:r>
                    </a:p>
                  </a:txBody>
                  <a:tcPr marR="54864" marT="22860" marB="13716">
                    <a:solidFill>
                      <a:srgbClr val="F7FAFC"/>
                    </a:solidFill>
                  </a:tcPr>
                </a:tc>
                <a:tc>
                  <a:txBody>
                    <a:bodyPr/>
                    <a:lstStyle/>
                    <a:p>
                      <a:pPr marL="0" indent="0">
                        <a:lnSpc>
                          <a:spcPct val="100000"/>
                        </a:lnSpc>
                        <a:spcBef>
                          <a:spcPts val="0"/>
                        </a:spcBef>
                        <a:defRPr sz="1800" b="0">
                          <a:solidFill>
                            <a:srgbClr val="0E2841"/>
                          </a:solidFill>
                          <a:latin typeface="+mn-lt"/>
                        </a:defRPr>
                      </a:pPr>
                      <a:r>
                        <a:rPr lang="es-MX"/>
                        <a:t>L1 y L2 con Bello</a:t>
                      </a:r>
                    </a:p>
                  </a:txBody>
                  <a:tcPr marR="54864" marT="22860" marB="13716">
                    <a:solidFill>
                      <a:srgbClr val="F7FAFC"/>
                    </a:solidFill>
                  </a:tcPr>
                </a:tc>
                <a:extLst>
                  <a:ext uri="{0D108BD9-81ED-4DB2-BD59-A6C34878D82A}">
                    <a16:rowId xmlns:a16="http://schemas.microsoft.com/office/drawing/2014/main" val="10002"/>
                  </a:ext>
                </a:extLst>
              </a:tr>
              <a:tr h="749808">
                <a:tc>
                  <a:txBody>
                    <a:bodyPr/>
                    <a:lstStyle/>
                    <a:p>
                      <a:pPr marL="0" indent="0">
                        <a:lnSpc>
                          <a:spcPct val="100000"/>
                        </a:lnSpc>
                        <a:spcBef>
                          <a:spcPts val="0"/>
                        </a:spcBef>
                        <a:defRPr sz="1800" b="0">
                          <a:solidFill>
                            <a:srgbClr val="0E2841"/>
                          </a:solidFill>
                          <a:latin typeface="+mn-lt"/>
                        </a:defRPr>
                      </a:pPr>
                      <a:r>
                        <a:rPr lang="es-MX"/>
                        <a:t>Muchos a muchos</a:t>
                      </a:r>
                    </a:p>
                  </a:txBody>
                  <a:tcPr marR="54864" marT="22860" marB="13716">
                    <a:solidFill>
                      <a:srgbClr val="EAF5FA"/>
                    </a:solidFill>
                  </a:tcPr>
                </a:tc>
                <a:tc>
                  <a:txBody>
                    <a:bodyPr/>
                    <a:lstStyle/>
                    <a:p>
                      <a:pPr marL="0" indent="0">
                        <a:lnSpc>
                          <a:spcPct val="100000"/>
                        </a:lnSpc>
                        <a:spcBef>
                          <a:spcPts val="0"/>
                        </a:spcBef>
                        <a:defRPr sz="1800" b="0">
                          <a:solidFill>
                            <a:srgbClr val="0E2841"/>
                          </a:solidFill>
                          <a:latin typeface="+mn-lt"/>
                        </a:defRPr>
                      </a:pPr>
                      <a:r>
                        <a:rPr lang="es-MX"/>
                        <a:t>L1/E1, L2/E1</a:t>
                      </a:r>
                    </a:p>
                  </a:txBody>
                  <a:tcPr marR="54864" marT="22860" marB="13716">
                    <a:solidFill>
                      <a:srgbClr val="EAF5FA"/>
                    </a:solidFill>
                  </a:tcPr>
                </a:tc>
                <a:tc>
                  <a:txBody>
                    <a:bodyPr/>
                    <a:lstStyle/>
                    <a:p>
                      <a:pPr marL="0" indent="0">
                        <a:lnSpc>
                          <a:spcPct val="100000"/>
                        </a:lnSpc>
                        <a:spcBef>
                          <a:spcPts val="0"/>
                        </a:spcBef>
                        <a:defRPr sz="1800" b="0">
                          <a:solidFill>
                            <a:srgbClr val="0E2841"/>
                          </a:solidFill>
                          <a:latin typeface="+mn-lt"/>
                        </a:defRPr>
                      </a:pPr>
                      <a:r>
                        <a:rPr lang="es-MX"/>
                        <a:t>E1/Bello, E1/Medellín</a:t>
                      </a:r>
                    </a:p>
                  </a:txBody>
                  <a:tcPr marR="54864" marT="22860" marB="13716">
                    <a:solidFill>
                      <a:srgbClr val="EAF5FA"/>
                    </a:solidFill>
                  </a:tcPr>
                </a:tc>
                <a:tc>
                  <a:txBody>
                    <a:bodyPr/>
                    <a:lstStyle/>
                    <a:p>
                      <a:pPr marL="0" indent="0">
                        <a:lnSpc>
                          <a:spcPct val="100000"/>
                        </a:lnSpc>
                        <a:spcBef>
                          <a:spcPts val="0"/>
                        </a:spcBef>
                        <a:defRPr sz="1800" b="0">
                          <a:solidFill>
                            <a:srgbClr val="0E2841"/>
                          </a:solidFill>
                          <a:latin typeface="+mn-lt"/>
                        </a:defRPr>
                      </a:pPr>
                      <a:r>
                        <a:rPr lang="it-IT"/>
                        <a:t>L1/Bello, L1/Medellín</a:t>
                      </a:r>
                    </a:p>
                    <a:p>
                      <a:pPr marL="0" indent="0">
                        <a:lnSpc>
                          <a:spcPct val="100000"/>
                        </a:lnSpc>
                        <a:spcBef>
                          <a:spcPts val="0"/>
                        </a:spcBef>
                        <a:defRPr sz="1800" b="0">
                          <a:solidFill>
                            <a:srgbClr val="0E2841"/>
                          </a:solidFill>
                          <a:latin typeface="+mn-lt"/>
                        </a:defRPr>
                      </a:pPr>
                      <a:r>
                        <a:rPr lang="it-IT"/>
                        <a:t>L2/Bello, L2/Medellín</a:t>
                      </a:r>
                    </a:p>
                  </a:txBody>
                  <a:tcPr marR="54864" marT="22860" marB="13716">
                    <a:solidFill>
                      <a:srgbClr val="EAF5FA"/>
                    </a:solidFill>
                  </a:tcPr>
                </a:tc>
                <a:extLst>
                  <a:ext uri="{0D108BD9-81ED-4DB2-BD59-A6C34878D82A}">
                    <a16:rowId xmlns:a16="http://schemas.microsoft.com/office/drawing/2014/main" val="10003"/>
                  </a:ext>
                </a:extLst>
              </a:tr>
            </a:tbl>
          </a:graphicData>
        </a:graphic>
      </p:graphicFrame>
      <p:sp>
        <p:nvSpPr>
          <p:cNvPr id="4" name="TextBox 3"/>
          <p:cNvSpPr txBox="1"/>
          <p:nvPr/>
        </p:nvSpPr>
        <p:spPr>
          <a:xfrm>
            <a:off x="868680" y="5029200"/>
            <a:ext cx="10424160" cy="307777"/>
          </a:xfrm>
          <a:prstGeom prst="rect">
            <a:avLst/>
          </a:prstGeom>
          <a:noFill/>
        </p:spPr>
        <p:txBody>
          <a:bodyPr wrap="square" lIns="0" tIns="0" rIns="0" bIns="0">
            <a:spAutoFit/>
          </a:bodyPr>
          <a:lstStyle/>
          <a:p>
            <a:pPr marL="0" indent="0">
              <a:lnSpc>
                <a:spcPct val="100000"/>
              </a:lnSpc>
              <a:spcBef>
                <a:spcPts val="0"/>
              </a:spcBef>
              <a:defRPr sz="2000" b="1">
                <a:solidFill>
                  <a:srgbClr val="1D4093"/>
                </a:solidFill>
                <a:latin typeface="+mn-lt"/>
              </a:defRPr>
            </a:pPr>
            <a:r>
              <a:t>Laboratorio: muchos a uno desde matrículas hacia cada maestro.</a:t>
            </a:r>
            <a:endParaRPr lang="es-MX"/>
          </a:p>
        </p:txBody>
      </p:sp>
      <p:sp>
        <p:nvSpPr>
          <p:cNvPr id="5" name="TextBox 4"/>
          <p:cNvSpPr txBox="1"/>
          <p:nvPr/>
        </p:nvSpPr>
        <p:spPr>
          <a:xfrm>
            <a:off x="868680" y="5486400"/>
            <a:ext cx="10424160" cy="282065"/>
          </a:xfrm>
          <a:prstGeom prst="rect">
            <a:avLst/>
          </a:prstGeom>
          <a:noFill/>
        </p:spPr>
        <p:txBody>
          <a:bodyPr wrap="square" lIns="0" tIns="0" rIns="0" bIns="0">
            <a:spAutoFit/>
          </a:bodyPr>
          <a:lstStyle/>
          <a:p>
            <a:pPr marL="0" indent="0">
              <a:lnSpc>
                <a:spcPct val="105000"/>
              </a:lnSpc>
              <a:spcBef>
                <a:spcPts val="0"/>
              </a:spcBef>
              <a:spcAft>
                <a:spcPts val="700"/>
              </a:spcAft>
              <a:buNone/>
              <a:defRPr sz="1800" b="0">
                <a:solidFill>
                  <a:srgbClr val="0E2841"/>
                </a:solidFill>
                <a:latin typeface="+mn-lt"/>
              </a:defRPr>
            </a:pPr>
            <a:r>
              <a:t>Uno a muchos puede cambiar legítimamente la unidad, pero aquí no se permite.</a:t>
            </a:r>
            <a:endParaRPr lang="es-MX"/>
          </a:p>
        </p:txBody>
      </p:sp>
    </p:spTree>
    <p:extLst>
      <p:ext uri="{BB962C8B-B14F-4D97-AF65-F5344CB8AC3E}">
        <p14:creationId xmlns:p14="http://schemas.microsoft.com/office/powerpoint/2010/main" val="3552669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AF289-A52A-C633-12F2-24C0B11D6253}"/>
              </a:ext>
            </a:extLst>
          </p:cNvPr>
          <p:cNvSpPr>
            <a:spLocks noGrp="1"/>
          </p:cNvSpPr>
          <p:nvPr>
            <p:ph type="title"/>
          </p:nvPr>
        </p:nvSpPr>
        <p:spPr/>
        <p:txBody>
          <a:bodyPr wrap="square" lIns="0" tIns="0" rIns="0" bIns="0"/>
          <a:lstStyle/>
          <a:p>
            <a:pPr marL="0" indent="0">
              <a:lnSpc>
                <a:spcPct val="100000"/>
              </a:lnSpc>
              <a:spcBef>
                <a:spcPts val="0"/>
              </a:spcBef>
              <a:defRPr sz="3200" b="1">
                <a:solidFill>
                  <a:srgbClr val="1D4093"/>
                </a:solidFill>
                <a:latin typeface="+mn-lt"/>
              </a:defRPr>
            </a:pPr>
            <a:r>
              <a:rPr lang="es-MX" sz="3200"/>
              <a:t>Una unión que multiplica cifras</a:t>
            </a:r>
          </a:p>
        </p:txBody>
      </p:sp>
      <p:sp>
        <p:nvSpPr>
          <p:cNvPr id="3" name="TextBox 2"/>
          <p:cNvSpPr txBox="1"/>
          <p:nvPr/>
        </p:nvSpPr>
        <p:spPr>
          <a:xfrm>
            <a:off x="868680" y="1783080"/>
            <a:ext cx="4846320" cy="307777"/>
          </a:xfrm>
          <a:prstGeom prst="rect">
            <a:avLst/>
          </a:prstGeom>
          <a:noFill/>
        </p:spPr>
        <p:txBody>
          <a:bodyPr wrap="square" lIns="0" tIns="0" rIns="0" bIns="0">
            <a:spAutoFit/>
          </a:bodyPr>
          <a:lstStyle/>
          <a:p>
            <a:pPr marL="0" indent="0">
              <a:lnSpc>
                <a:spcPct val="100000"/>
              </a:lnSpc>
              <a:spcBef>
                <a:spcPts val="0"/>
              </a:spcBef>
              <a:defRPr sz="2000" b="1">
                <a:solidFill>
                  <a:srgbClr val="1D4093"/>
                </a:solidFill>
                <a:latin typeface="+mn-lt"/>
              </a:defRPr>
            </a:pPr>
            <a:r>
              <a:t>Entradas</a:t>
            </a:r>
            <a:endParaRPr lang="es-MX"/>
          </a:p>
        </p:txBody>
      </p:sp>
      <p:sp>
        <p:nvSpPr>
          <p:cNvPr id="4" name="TextBox 3"/>
          <p:cNvSpPr txBox="1"/>
          <p:nvPr/>
        </p:nvSpPr>
        <p:spPr>
          <a:xfrm>
            <a:off x="6309360" y="1783080"/>
            <a:ext cx="5029200" cy="307777"/>
          </a:xfrm>
          <a:prstGeom prst="rect">
            <a:avLst/>
          </a:prstGeom>
          <a:noFill/>
        </p:spPr>
        <p:txBody>
          <a:bodyPr wrap="square" lIns="0" tIns="0" rIns="0" bIns="0">
            <a:spAutoFit/>
          </a:bodyPr>
          <a:lstStyle/>
          <a:p>
            <a:pPr marL="0" indent="0">
              <a:lnSpc>
                <a:spcPct val="100000"/>
              </a:lnSpc>
              <a:spcBef>
                <a:spcPts val="0"/>
              </a:spcBef>
              <a:defRPr sz="2000" b="1">
                <a:solidFill>
                  <a:srgbClr val="1D4093"/>
                </a:solidFill>
                <a:latin typeface="+mn-lt"/>
              </a:defRPr>
            </a:pPr>
            <a:r>
              <a:t>Salida incorrecta para el contrato</a:t>
            </a:r>
            <a:endParaRPr lang="es-MX"/>
          </a:p>
        </p:txBody>
      </p:sp>
      <p:graphicFrame>
        <p:nvGraphicFramePr>
          <p:cNvPr id="5" name="Table 4"/>
          <p:cNvGraphicFramePr>
            <a:graphicFrameLocks noGrp="1"/>
          </p:cNvGraphicFramePr>
          <p:nvPr>
            <p:extLst>
              <p:ext uri="{D42A27DB-BD31-4B8C-83A1-F6EECF244321}">
                <p14:modId xmlns:p14="http://schemas.microsoft.com/office/powerpoint/2010/main" val="2431776366"/>
              </p:ext>
            </p:extLst>
          </p:nvPr>
        </p:nvGraphicFramePr>
        <p:xfrm>
          <a:off x="868680" y="2194560"/>
          <a:ext cx="4800599" cy="1207008"/>
        </p:xfrm>
        <a:graphic>
          <a:graphicData uri="http://schemas.openxmlformats.org/drawingml/2006/table">
            <a:tbl>
              <a:tblPr firstRow="1" bandRow="1">
                <a:tableStyleId>{5C22544A-7EE6-4342-B048-85BDC9FD1C3A}</a:tableStyleId>
              </a:tblPr>
              <a:tblGrid>
                <a:gridCol w="1411941">
                  <a:extLst>
                    <a:ext uri="{9D8B030D-6E8A-4147-A177-3AD203B41FA5}">
                      <a16:colId xmlns:a16="http://schemas.microsoft.com/office/drawing/2014/main" val="20000"/>
                    </a:ext>
                  </a:extLst>
                </a:gridCol>
                <a:gridCol w="1411941">
                  <a:extLst>
                    <a:ext uri="{9D8B030D-6E8A-4147-A177-3AD203B41FA5}">
                      <a16:colId xmlns:a16="http://schemas.microsoft.com/office/drawing/2014/main" val="20001"/>
                    </a:ext>
                  </a:extLst>
                </a:gridCol>
                <a:gridCol w="1976717">
                  <a:extLst>
                    <a:ext uri="{9D8B030D-6E8A-4147-A177-3AD203B41FA5}">
                      <a16:colId xmlns:a16="http://schemas.microsoft.com/office/drawing/2014/main" val="20002"/>
                    </a:ext>
                  </a:extLst>
                </a:gridCol>
              </a:tblGrid>
              <a:tr h="402336">
                <a:tc>
                  <a:txBody>
                    <a:bodyPr/>
                    <a:lstStyle/>
                    <a:p>
                      <a:pPr marL="0" indent="0">
                        <a:lnSpc>
                          <a:spcPct val="100000"/>
                        </a:lnSpc>
                        <a:spcBef>
                          <a:spcPts val="0"/>
                        </a:spcBef>
                        <a:defRPr sz="1800" b="1">
                          <a:solidFill>
                            <a:srgbClr val="FFFFFF"/>
                          </a:solidFill>
                          <a:latin typeface="+mn-lt"/>
                        </a:defRPr>
                      </a:pPr>
                      <a:r>
                        <a:rPr lang="es-MX"/>
                        <a:t>Matrícula</a:t>
                      </a:r>
                    </a:p>
                  </a:txBody>
                  <a:tcPr marR="54864" marT="22860" marB="13716">
                    <a:solidFill>
                      <a:srgbClr val="1D4093"/>
                    </a:solidFill>
                  </a:tcPr>
                </a:tc>
                <a:tc>
                  <a:txBody>
                    <a:bodyPr/>
                    <a:lstStyle/>
                    <a:p>
                      <a:pPr marL="0" indent="0">
                        <a:lnSpc>
                          <a:spcPct val="100000"/>
                        </a:lnSpc>
                        <a:spcBef>
                          <a:spcPts val="0"/>
                        </a:spcBef>
                        <a:defRPr sz="1800" b="1">
                          <a:solidFill>
                            <a:srgbClr val="FFFFFF"/>
                          </a:solidFill>
                          <a:latin typeface="+mn-lt"/>
                        </a:defRPr>
                      </a:pPr>
                      <a:r>
                        <a:rPr lang="es-MX"/>
                        <a:t>Est.</a:t>
                      </a:r>
                    </a:p>
                  </a:txBody>
                  <a:tcPr marR="54864" marT="22860" marB="13716">
                    <a:solidFill>
                      <a:srgbClr val="1D4093"/>
                    </a:solidFill>
                  </a:tcPr>
                </a:tc>
                <a:tc>
                  <a:txBody>
                    <a:bodyPr/>
                    <a:lstStyle/>
                    <a:p>
                      <a:pPr marL="0" indent="0">
                        <a:lnSpc>
                          <a:spcPct val="100000"/>
                        </a:lnSpc>
                        <a:spcBef>
                          <a:spcPts val="0"/>
                        </a:spcBef>
                        <a:defRPr sz="1800" b="1">
                          <a:solidFill>
                            <a:srgbClr val="FFFFFF"/>
                          </a:solidFill>
                          <a:latin typeface="+mn-lt"/>
                        </a:defRPr>
                      </a:pPr>
                      <a:r>
                        <a:rPr lang="es-MX"/>
                        <a:t>Neto COP</a:t>
                      </a:r>
                    </a:p>
                  </a:txBody>
                  <a:tcPr marR="54864" marT="22860" marB="13716">
                    <a:solidFill>
                      <a:srgbClr val="1D4093"/>
                    </a:solidFill>
                  </a:tcPr>
                </a:tc>
                <a:extLst>
                  <a:ext uri="{0D108BD9-81ED-4DB2-BD59-A6C34878D82A}">
                    <a16:rowId xmlns:a16="http://schemas.microsoft.com/office/drawing/2014/main" val="10000"/>
                  </a:ext>
                </a:extLst>
              </a:tr>
              <a:tr h="402336">
                <a:tc>
                  <a:txBody>
                    <a:bodyPr/>
                    <a:lstStyle/>
                    <a:p>
                      <a:pPr marL="0" indent="0">
                        <a:lnSpc>
                          <a:spcPct val="100000"/>
                        </a:lnSpc>
                        <a:spcBef>
                          <a:spcPts val="0"/>
                        </a:spcBef>
                        <a:defRPr sz="1800" b="0">
                          <a:solidFill>
                            <a:srgbClr val="0E2841"/>
                          </a:solidFill>
                          <a:latin typeface="+mn-lt"/>
                        </a:defRPr>
                      </a:pPr>
                      <a:r>
                        <a:rPr lang="es-MX"/>
                        <a:t>L1</a:t>
                      </a:r>
                    </a:p>
                  </a:txBody>
                  <a:tcPr marR="54864" marT="22860" marB="13716">
                    <a:solidFill>
                      <a:srgbClr val="EAF5FA"/>
                    </a:solidFill>
                  </a:tcPr>
                </a:tc>
                <a:tc>
                  <a:txBody>
                    <a:bodyPr/>
                    <a:lstStyle/>
                    <a:p>
                      <a:pPr marL="0" indent="0">
                        <a:lnSpc>
                          <a:spcPct val="100000"/>
                        </a:lnSpc>
                        <a:spcBef>
                          <a:spcPts val="0"/>
                        </a:spcBef>
                        <a:defRPr sz="1800" b="0">
                          <a:solidFill>
                            <a:srgbClr val="0E2841"/>
                          </a:solidFill>
                          <a:latin typeface="+mn-lt"/>
                        </a:defRPr>
                      </a:pPr>
                      <a:r>
                        <a:rPr lang="es-MX"/>
                        <a:t>E1</a:t>
                      </a:r>
                    </a:p>
                  </a:txBody>
                  <a:tcPr marR="54864" marT="22860" marB="13716">
                    <a:solidFill>
                      <a:srgbClr val="EAF5FA"/>
                    </a:solidFill>
                  </a:tcPr>
                </a:tc>
                <a:tc>
                  <a:txBody>
                    <a:bodyPr/>
                    <a:lstStyle/>
                    <a:p>
                      <a:pPr marL="0" indent="0">
                        <a:lnSpc>
                          <a:spcPct val="100000"/>
                        </a:lnSpc>
                        <a:spcBef>
                          <a:spcPts val="0"/>
                        </a:spcBef>
                        <a:defRPr sz="1800" b="0">
                          <a:solidFill>
                            <a:srgbClr val="0E2841"/>
                          </a:solidFill>
                          <a:latin typeface="+mn-lt"/>
                        </a:defRPr>
                      </a:pPr>
                      <a:r>
                        <a:rPr lang="es-MX"/>
                        <a:t>$100</a:t>
                      </a:r>
                    </a:p>
                  </a:txBody>
                  <a:tcPr marR="54864" marT="22860" marB="13716">
                    <a:solidFill>
                      <a:srgbClr val="EAF5FA"/>
                    </a:solidFill>
                  </a:tcPr>
                </a:tc>
                <a:extLst>
                  <a:ext uri="{0D108BD9-81ED-4DB2-BD59-A6C34878D82A}">
                    <a16:rowId xmlns:a16="http://schemas.microsoft.com/office/drawing/2014/main" val="10001"/>
                  </a:ext>
                </a:extLst>
              </a:tr>
              <a:tr h="402336">
                <a:tc>
                  <a:txBody>
                    <a:bodyPr/>
                    <a:lstStyle/>
                    <a:p>
                      <a:pPr marL="0" indent="0">
                        <a:lnSpc>
                          <a:spcPct val="100000"/>
                        </a:lnSpc>
                        <a:spcBef>
                          <a:spcPts val="0"/>
                        </a:spcBef>
                        <a:defRPr sz="1800" b="0">
                          <a:solidFill>
                            <a:srgbClr val="0E2841"/>
                          </a:solidFill>
                          <a:latin typeface="+mn-lt"/>
                        </a:defRPr>
                      </a:pPr>
                      <a:r>
                        <a:rPr lang="es-MX"/>
                        <a:t>L2</a:t>
                      </a:r>
                    </a:p>
                  </a:txBody>
                  <a:tcPr marR="54864" marT="22860" marB="13716">
                    <a:solidFill>
                      <a:srgbClr val="F7FAFC"/>
                    </a:solidFill>
                  </a:tcPr>
                </a:tc>
                <a:tc>
                  <a:txBody>
                    <a:bodyPr/>
                    <a:lstStyle/>
                    <a:p>
                      <a:pPr marL="0" indent="0">
                        <a:lnSpc>
                          <a:spcPct val="100000"/>
                        </a:lnSpc>
                        <a:spcBef>
                          <a:spcPts val="0"/>
                        </a:spcBef>
                        <a:defRPr sz="1800" b="0">
                          <a:solidFill>
                            <a:srgbClr val="0E2841"/>
                          </a:solidFill>
                          <a:latin typeface="+mn-lt"/>
                        </a:defRPr>
                      </a:pPr>
                      <a:r>
                        <a:rPr lang="es-MX"/>
                        <a:t>E1</a:t>
                      </a:r>
                    </a:p>
                  </a:txBody>
                  <a:tcPr marR="54864" marT="22860" marB="13716">
                    <a:solidFill>
                      <a:srgbClr val="F7FAFC"/>
                    </a:solidFill>
                  </a:tcPr>
                </a:tc>
                <a:tc>
                  <a:txBody>
                    <a:bodyPr/>
                    <a:lstStyle/>
                    <a:p>
                      <a:pPr marL="0" indent="0">
                        <a:lnSpc>
                          <a:spcPct val="100000"/>
                        </a:lnSpc>
                        <a:spcBef>
                          <a:spcPts val="0"/>
                        </a:spcBef>
                        <a:defRPr sz="1800" b="0">
                          <a:solidFill>
                            <a:srgbClr val="0E2841"/>
                          </a:solidFill>
                          <a:latin typeface="+mn-lt"/>
                        </a:defRPr>
                      </a:pPr>
                      <a:r>
                        <a:rPr lang="es-MX"/>
                        <a:t>$200</a:t>
                      </a:r>
                    </a:p>
                  </a:txBody>
                  <a:tcPr marR="54864" marT="22860" marB="13716">
                    <a:solidFill>
                      <a:srgbClr val="F7FAFC"/>
                    </a:solidFill>
                  </a:tcPr>
                </a:tc>
                <a:extLst>
                  <a:ext uri="{0D108BD9-81ED-4DB2-BD59-A6C34878D82A}">
                    <a16:rowId xmlns:a16="http://schemas.microsoft.com/office/drawing/2014/main" val="10002"/>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558720414"/>
              </p:ext>
            </p:extLst>
          </p:nvPr>
        </p:nvGraphicFramePr>
        <p:xfrm>
          <a:off x="868680" y="3657600"/>
          <a:ext cx="4800599" cy="1207008"/>
        </p:xfrm>
        <a:graphic>
          <a:graphicData uri="http://schemas.openxmlformats.org/drawingml/2006/table">
            <a:tbl>
              <a:tblPr firstRow="1" bandRow="1">
                <a:tableStyleId>{5C22544A-7EE6-4342-B048-85BDC9FD1C3A}</a:tableStyleId>
              </a:tblPr>
              <a:tblGrid>
                <a:gridCol w="1411941">
                  <a:extLst>
                    <a:ext uri="{9D8B030D-6E8A-4147-A177-3AD203B41FA5}">
                      <a16:colId xmlns:a16="http://schemas.microsoft.com/office/drawing/2014/main" val="20000"/>
                    </a:ext>
                  </a:extLst>
                </a:gridCol>
                <a:gridCol w="3388658">
                  <a:extLst>
                    <a:ext uri="{9D8B030D-6E8A-4147-A177-3AD203B41FA5}">
                      <a16:colId xmlns:a16="http://schemas.microsoft.com/office/drawing/2014/main" val="20001"/>
                    </a:ext>
                  </a:extLst>
                </a:gridCol>
              </a:tblGrid>
              <a:tr h="402336">
                <a:tc>
                  <a:txBody>
                    <a:bodyPr/>
                    <a:lstStyle/>
                    <a:p>
                      <a:pPr marL="0" indent="0">
                        <a:lnSpc>
                          <a:spcPct val="100000"/>
                        </a:lnSpc>
                        <a:spcBef>
                          <a:spcPts val="0"/>
                        </a:spcBef>
                        <a:defRPr sz="1800" b="1">
                          <a:solidFill>
                            <a:srgbClr val="FFFFFF"/>
                          </a:solidFill>
                          <a:latin typeface="+mn-lt"/>
                        </a:defRPr>
                      </a:pPr>
                      <a:r>
                        <a:rPr lang="es-MX"/>
                        <a:t>Est.</a:t>
                      </a:r>
                    </a:p>
                  </a:txBody>
                  <a:tcPr marR="54864" marT="22860" marB="13716">
                    <a:solidFill>
                      <a:srgbClr val="1D4093"/>
                    </a:solidFill>
                  </a:tcPr>
                </a:tc>
                <a:tc>
                  <a:txBody>
                    <a:bodyPr/>
                    <a:lstStyle/>
                    <a:p>
                      <a:pPr marL="0" indent="0">
                        <a:lnSpc>
                          <a:spcPct val="100000"/>
                        </a:lnSpc>
                        <a:spcBef>
                          <a:spcPts val="0"/>
                        </a:spcBef>
                        <a:defRPr sz="1800" b="1">
                          <a:solidFill>
                            <a:srgbClr val="FFFFFF"/>
                          </a:solidFill>
                          <a:latin typeface="+mn-lt"/>
                        </a:defRPr>
                      </a:pPr>
                      <a:r>
                        <a:rPr lang="es-MX"/>
                        <a:t>Municipio</a:t>
                      </a:r>
                    </a:p>
                  </a:txBody>
                  <a:tcPr marR="54864" marT="22860" marB="13716">
                    <a:solidFill>
                      <a:srgbClr val="1D4093"/>
                    </a:solidFill>
                  </a:tcPr>
                </a:tc>
                <a:extLst>
                  <a:ext uri="{0D108BD9-81ED-4DB2-BD59-A6C34878D82A}">
                    <a16:rowId xmlns:a16="http://schemas.microsoft.com/office/drawing/2014/main" val="10000"/>
                  </a:ext>
                </a:extLst>
              </a:tr>
              <a:tr h="402336">
                <a:tc>
                  <a:txBody>
                    <a:bodyPr/>
                    <a:lstStyle/>
                    <a:p>
                      <a:pPr marL="0" indent="0">
                        <a:lnSpc>
                          <a:spcPct val="100000"/>
                        </a:lnSpc>
                        <a:spcBef>
                          <a:spcPts val="0"/>
                        </a:spcBef>
                        <a:defRPr sz="1800" b="0">
                          <a:solidFill>
                            <a:srgbClr val="0E2841"/>
                          </a:solidFill>
                          <a:latin typeface="+mn-lt"/>
                        </a:defRPr>
                      </a:pPr>
                      <a:r>
                        <a:rPr lang="es-MX"/>
                        <a:t>E1</a:t>
                      </a:r>
                    </a:p>
                  </a:txBody>
                  <a:tcPr marR="54864" marT="22860" marB="13716">
                    <a:solidFill>
                      <a:srgbClr val="EAF5FA"/>
                    </a:solidFill>
                  </a:tcPr>
                </a:tc>
                <a:tc>
                  <a:txBody>
                    <a:bodyPr/>
                    <a:lstStyle/>
                    <a:p>
                      <a:pPr marL="0" indent="0">
                        <a:lnSpc>
                          <a:spcPct val="100000"/>
                        </a:lnSpc>
                        <a:spcBef>
                          <a:spcPts val="0"/>
                        </a:spcBef>
                        <a:defRPr sz="1800" b="0">
                          <a:solidFill>
                            <a:srgbClr val="0E2841"/>
                          </a:solidFill>
                          <a:latin typeface="+mn-lt"/>
                        </a:defRPr>
                      </a:pPr>
                      <a:r>
                        <a:rPr lang="es-MX"/>
                        <a:t>Bello</a:t>
                      </a:r>
                    </a:p>
                  </a:txBody>
                  <a:tcPr marR="54864" marT="22860" marB="13716">
                    <a:solidFill>
                      <a:srgbClr val="EAF5FA"/>
                    </a:solidFill>
                  </a:tcPr>
                </a:tc>
                <a:extLst>
                  <a:ext uri="{0D108BD9-81ED-4DB2-BD59-A6C34878D82A}">
                    <a16:rowId xmlns:a16="http://schemas.microsoft.com/office/drawing/2014/main" val="10001"/>
                  </a:ext>
                </a:extLst>
              </a:tr>
              <a:tr h="402336">
                <a:tc>
                  <a:txBody>
                    <a:bodyPr/>
                    <a:lstStyle/>
                    <a:p>
                      <a:pPr marL="0" indent="0">
                        <a:lnSpc>
                          <a:spcPct val="100000"/>
                        </a:lnSpc>
                        <a:spcBef>
                          <a:spcPts val="0"/>
                        </a:spcBef>
                        <a:defRPr sz="1800" b="0">
                          <a:solidFill>
                            <a:srgbClr val="0E2841"/>
                          </a:solidFill>
                          <a:latin typeface="+mn-lt"/>
                        </a:defRPr>
                      </a:pPr>
                      <a:r>
                        <a:rPr lang="es-MX"/>
                        <a:t>E1</a:t>
                      </a:r>
                    </a:p>
                  </a:txBody>
                  <a:tcPr marR="54864" marT="22860" marB="13716">
                    <a:solidFill>
                      <a:srgbClr val="F7FAFC"/>
                    </a:solidFill>
                  </a:tcPr>
                </a:tc>
                <a:tc>
                  <a:txBody>
                    <a:bodyPr/>
                    <a:lstStyle/>
                    <a:p>
                      <a:pPr marL="0" indent="0">
                        <a:lnSpc>
                          <a:spcPct val="100000"/>
                        </a:lnSpc>
                        <a:spcBef>
                          <a:spcPts val="0"/>
                        </a:spcBef>
                        <a:defRPr sz="1800" b="0">
                          <a:solidFill>
                            <a:srgbClr val="0E2841"/>
                          </a:solidFill>
                          <a:latin typeface="+mn-lt"/>
                        </a:defRPr>
                      </a:pPr>
                      <a:r>
                        <a:rPr lang="es-MX"/>
                        <a:t>Medellín</a:t>
                      </a:r>
                    </a:p>
                  </a:txBody>
                  <a:tcPr marR="54864" marT="22860" marB="13716">
                    <a:solidFill>
                      <a:srgbClr val="F7FAFC"/>
                    </a:solidFill>
                  </a:tcPr>
                </a:tc>
                <a:extLst>
                  <a:ext uri="{0D108BD9-81ED-4DB2-BD59-A6C34878D82A}">
                    <a16:rowId xmlns:a16="http://schemas.microsoft.com/office/drawing/2014/main" val="10002"/>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1197742348"/>
              </p:ext>
            </p:extLst>
          </p:nvPr>
        </p:nvGraphicFramePr>
        <p:xfrm>
          <a:off x="6309360" y="2194560"/>
          <a:ext cx="5029198" cy="2240280"/>
        </p:xfrm>
        <a:graphic>
          <a:graphicData uri="http://schemas.openxmlformats.org/drawingml/2006/table">
            <a:tbl>
              <a:tblPr firstRow="1" bandRow="1">
                <a:tableStyleId>{5C22544A-7EE6-4342-B048-85BDC9FD1C3A}</a:tableStyleId>
              </a:tblPr>
              <a:tblGrid>
                <a:gridCol w="1359243">
                  <a:extLst>
                    <a:ext uri="{9D8B030D-6E8A-4147-A177-3AD203B41FA5}">
                      <a16:colId xmlns:a16="http://schemas.microsoft.com/office/drawing/2014/main" val="20000"/>
                    </a:ext>
                  </a:extLst>
                </a:gridCol>
                <a:gridCol w="2038864">
                  <a:extLst>
                    <a:ext uri="{9D8B030D-6E8A-4147-A177-3AD203B41FA5}">
                      <a16:colId xmlns:a16="http://schemas.microsoft.com/office/drawing/2014/main" val="20001"/>
                    </a:ext>
                  </a:extLst>
                </a:gridCol>
                <a:gridCol w="1631091">
                  <a:extLst>
                    <a:ext uri="{9D8B030D-6E8A-4147-A177-3AD203B41FA5}">
                      <a16:colId xmlns:a16="http://schemas.microsoft.com/office/drawing/2014/main" val="20002"/>
                    </a:ext>
                  </a:extLst>
                </a:gridCol>
              </a:tblGrid>
              <a:tr h="448056">
                <a:tc>
                  <a:txBody>
                    <a:bodyPr/>
                    <a:lstStyle/>
                    <a:p>
                      <a:pPr marL="0" indent="0">
                        <a:lnSpc>
                          <a:spcPct val="100000"/>
                        </a:lnSpc>
                        <a:spcBef>
                          <a:spcPts val="0"/>
                        </a:spcBef>
                        <a:defRPr sz="1800" b="1">
                          <a:solidFill>
                            <a:srgbClr val="FFFFFF"/>
                          </a:solidFill>
                          <a:latin typeface="+mn-lt"/>
                        </a:defRPr>
                      </a:pPr>
                      <a:r>
                        <a:rPr lang="es-MX"/>
                        <a:t>Matrícula</a:t>
                      </a:r>
                    </a:p>
                  </a:txBody>
                  <a:tcPr marR="54864" marT="22860" marB="13716">
                    <a:solidFill>
                      <a:srgbClr val="1D4093"/>
                    </a:solidFill>
                  </a:tcPr>
                </a:tc>
                <a:tc>
                  <a:txBody>
                    <a:bodyPr/>
                    <a:lstStyle/>
                    <a:p>
                      <a:pPr marL="0" indent="0">
                        <a:lnSpc>
                          <a:spcPct val="100000"/>
                        </a:lnSpc>
                        <a:spcBef>
                          <a:spcPts val="0"/>
                        </a:spcBef>
                        <a:defRPr sz="1800" b="1">
                          <a:solidFill>
                            <a:srgbClr val="FFFFFF"/>
                          </a:solidFill>
                          <a:latin typeface="+mn-lt"/>
                        </a:defRPr>
                      </a:pPr>
                      <a:r>
                        <a:rPr lang="es-MX"/>
                        <a:t>Municipio</a:t>
                      </a:r>
                    </a:p>
                  </a:txBody>
                  <a:tcPr marR="54864" marT="22860" marB="13716">
                    <a:solidFill>
                      <a:srgbClr val="1D4093"/>
                    </a:solidFill>
                  </a:tcPr>
                </a:tc>
                <a:tc>
                  <a:txBody>
                    <a:bodyPr/>
                    <a:lstStyle/>
                    <a:p>
                      <a:pPr marL="0" indent="0">
                        <a:lnSpc>
                          <a:spcPct val="100000"/>
                        </a:lnSpc>
                        <a:spcBef>
                          <a:spcPts val="0"/>
                        </a:spcBef>
                        <a:defRPr sz="1800" b="1">
                          <a:solidFill>
                            <a:srgbClr val="FFFFFF"/>
                          </a:solidFill>
                          <a:latin typeface="+mn-lt"/>
                        </a:defRPr>
                      </a:pPr>
                      <a:r>
                        <a:rPr lang="es-MX"/>
                        <a:t>Neto COP</a:t>
                      </a:r>
                    </a:p>
                  </a:txBody>
                  <a:tcPr marR="54864" marT="22860" marB="13716">
                    <a:solidFill>
                      <a:srgbClr val="1D4093"/>
                    </a:solidFill>
                  </a:tcPr>
                </a:tc>
                <a:extLst>
                  <a:ext uri="{0D108BD9-81ED-4DB2-BD59-A6C34878D82A}">
                    <a16:rowId xmlns:a16="http://schemas.microsoft.com/office/drawing/2014/main" val="10000"/>
                  </a:ext>
                </a:extLst>
              </a:tr>
              <a:tr h="448056">
                <a:tc>
                  <a:txBody>
                    <a:bodyPr/>
                    <a:lstStyle/>
                    <a:p>
                      <a:pPr marL="0" indent="0">
                        <a:lnSpc>
                          <a:spcPct val="100000"/>
                        </a:lnSpc>
                        <a:spcBef>
                          <a:spcPts val="0"/>
                        </a:spcBef>
                        <a:defRPr sz="1800" b="0">
                          <a:solidFill>
                            <a:srgbClr val="0E2841"/>
                          </a:solidFill>
                          <a:latin typeface="+mn-lt"/>
                        </a:defRPr>
                      </a:pPr>
                      <a:r>
                        <a:rPr lang="es-MX"/>
                        <a:t>L1</a:t>
                      </a:r>
                    </a:p>
                  </a:txBody>
                  <a:tcPr marR="54864" marT="22860" marB="13716">
                    <a:solidFill>
                      <a:srgbClr val="EAF5FA"/>
                    </a:solidFill>
                  </a:tcPr>
                </a:tc>
                <a:tc>
                  <a:txBody>
                    <a:bodyPr/>
                    <a:lstStyle/>
                    <a:p>
                      <a:pPr marL="0" indent="0">
                        <a:lnSpc>
                          <a:spcPct val="100000"/>
                        </a:lnSpc>
                        <a:spcBef>
                          <a:spcPts val="0"/>
                        </a:spcBef>
                        <a:defRPr sz="1800" b="0">
                          <a:solidFill>
                            <a:srgbClr val="0E2841"/>
                          </a:solidFill>
                          <a:latin typeface="+mn-lt"/>
                        </a:defRPr>
                      </a:pPr>
                      <a:r>
                        <a:rPr lang="es-MX"/>
                        <a:t>Bello</a:t>
                      </a:r>
                    </a:p>
                  </a:txBody>
                  <a:tcPr marR="54864" marT="22860" marB="13716">
                    <a:solidFill>
                      <a:srgbClr val="EAF5FA"/>
                    </a:solidFill>
                  </a:tcPr>
                </a:tc>
                <a:tc>
                  <a:txBody>
                    <a:bodyPr/>
                    <a:lstStyle/>
                    <a:p>
                      <a:pPr marL="0" indent="0">
                        <a:lnSpc>
                          <a:spcPct val="100000"/>
                        </a:lnSpc>
                        <a:spcBef>
                          <a:spcPts val="0"/>
                        </a:spcBef>
                        <a:defRPr sz="1800" b="0">
                          <a:solidFill>
                            <a:srgbClr val="0E2841"/>
                          </a:solidFill>
                          <a:latin typeface="+mn-lt"/>
                        </a:defRPr>
                      </a:pPr>
                      <a:r>
                        <a:rPr lang="es-MX"/>
                        <a:t>$100</a:t>
                      </a:r>
                    </a:p>
                  </a:txBody>
                  <a:tcPr marR="54864" marT="22860" marB="13716">
                    <a:solidFill>
                      <a:srgbClr val="EAF5FA"/>
                    </a:solidFill>
                  </a:tcPr>
                </a:tc>
                <a:extLst>
                  <a:ext uri="{0D108BD9-81ED-4DB2-BD59-A6C34878D82A}">
                    <a16:rowId xmlns:a16="http://schemas.microsoft.com/office/drawing/2014/main" val="10001"/>
                  </a:ext>
                </a:extLst>
              </a:tr>
              <a:tr h="448056">
                <a:tc>
                  <a:txBody>
                    <a:bodyPr/>
                    <a:lstStyle/>
                    <a:p>
                      <a:pPr marL="0" indent="0">
                        <a:lnSpc>
                          <a:spcPct val="100000"/>
                        </a:lnSpc>
                        <a:spcBef>
                          <a:spcPts val="0"/>
                        </a:spcBef>
                        <a:defRPr sz="1800" b="0">
                          <a:solidFill>
                            <a:srgbClr val="0E2841"/>
                          </a:solidFill>
                          <a:latin typeface="+mn-lt"/>
                        </a:defRPr>
                      </a:pPr>
                      <a:r>
                        <a:rPr lang="es-MX"/>
                        <a:t>L1</a:t>
                      </a:r>
                    </a:p>
                  </a:txBody>
                  <a:tcPr marR="54864" marT="22860" marB="13716">
                    <a:solidFill>
                      <a:srgbClr val="F7FAFC"/>
                    </a:solidFill>
                  </a:tcPr>
                </a:tc>
                <a:tc>
                  <a:txBody>
                    <a:bodyPr/>
                    <a:lstStyle/>
                    <a:p>
                      <a:pPr marL="0" indent="0">
                        <a:lnSpc>
                          <a:spcPct val="100000"/>
                        </a:lnSpc>
                        <a:spcBef>
                          <a:spcPts val="0"/>
                        </a:spcBef>
                        <a:defRPr sz="1800" b="0">
                          <a:solidFill>
                            <a:srgbClr val="0E2841"/>
                          </a:solidFill>
                          <a:latin typeface="+mn-lt"/>
                        </a:defRPr>
                      </a:pPr>
                      <a:r>
                        <a:rPr lang="es-MX"/>
                        <a:t>Medellín</a:t>
                      </a:r>
                    </a:p>
                  </a:txBody>
                  <a:tcPr marR="54864" marT="22860" marB="13716">
                    <a:solidFill>
                      <a:srgbClr val="F7FAFC"/>
                    </a:solidFill>
                  </a:tcPr>
                </a:tc>
                <a:tc>
                  <a:txBody>
                    <a:bodyPr/>
                    <a:lstStyle/>
                    <a:p>
                      <a:pPr marL="0" indent="0">
                        <a:lnSpc>
                          <a:spcPct val="100000"/>
                        </a:lnSpc>
                        <a:spcBef>
                          <a:spcPts val="0"/>
                        </a:spcBef>
                        <a:defRPr sz="1800" b="0">
                          <a:solidFill>
                            <a:srgbClr val="0E2841"/>
                          </a:solidFill>
                          <a:latin typeface="+mn-lt"/>
                        </a:defRPr>
                      </a:pPr>
                      <a:r>
                        <a:rPr lang="es-MX"/>
                        <a:t>$100</a:t>
                      </a:r>
                    </a:p>
                  </a:txBody>
                  <a:tcPr marR="54864" marT="22860" marB="13716">
                    <a:solidFill>
                      <a:srgbClr val="F7FAFC"/>
                    </a:solidFill>
                  </a:tcPr>
                </a:tc>
                <a:extLst>
                  <a:ext uri="{0D108BD9-81ED-4DB2-BD59-A6C34878D82A}">
                    <a16:rowId xmlns:a16="http://schemas.microsoft.com/office/drawing/2014/main" val="10002"/>
                  </a:ext>
                </a:extLst>
              </a:tr>
              <a:tr h="448056">
                <a:tc>
                  <a:txBody>
                    <a:bodyPr/>
                    <a:lstStyle/>
                    <a:p>
                      <a:pPr marL="0" indent="0">
                        <a:lnSpc>
                          <a:spcPct val="100000"/>
                        </a:lnSpc>
                        <a:spcBef>
                          <a:spcPts val="0"/>
                        </a:spcBef>
                        <a:defRPr sz="1800" b="0">
                          <a:solidFill>
                            <a:srgbClr val="0E2841"/>
                          </a:solidFill>
                          <a:latin typeface="+mn-lt"/>
                        </a:defRPr>
                      </a:pPr>
                      <a:r>
                        <a:rPr lang="es-MX"/>
                        <a:t>L2</a:t>
                      </a:r>
                    </a:p>
                  </a:txBody>
                  <a:tcPr marR="54864" marT="22860" marB="13716">
                    <a:solidFill>
                      <a:srgbClr val="EAF5FA"/>
                    </a:solidFill>
                  </a:tcPr>
                </a:tc>
                <a:tc>
                  <a:txBody>
                    <a:bodyPr/>
                    <a:lstStyle/>
                    <a:p>
                      <a:pPr marL="0" indent="0">
                        <a:lnSpc>
                          <a:spcPct val="100000"/>
                        </a:lnSpc>
                        <a:spcBef>
                          <a:spcPts val="0"/>
                        </a:spcBef>
                        <a:defRPr sz="1800" b="0">
                          <a:solidFill>
                            <a:srgbClr val="0E2841"/>
                          </a:solidFill>
                          <a:latin typeface="+mn-lt"/>
                        </a:defRPr>
                      </a:pPr>
                      <a:r>
                        <a:rPr lang="es-MX"/>
                        <a:t>Bello</a:t>
                      </a:r>
                    </a:p>
                  </a:txBody>
                  <a:tcPr marR="54864" marT="22860" marB="13716">
                    <a:solidFill>
                      <a:srgbClr val="EAF5FA"/>
                    </a:solidFill>
                  </a:tcPr>
                </a:tc>
                <a:tc>
                  <a:txBody>
                    <a:bodyPr/>
                    <a:lstStyle/>
                    <a:p>
                      <a:pPr marL="0" indent="0">
                        <a:lnSpc>
                          <a:spcPct val="100000"/>
                        </a:lnSpc>
                        <a:spcBef>
                          <a:spcPts val="0"/>
                        </a:spcBef>
                        <a:defRPr sz="1800" b="0">
                          <a:solidFill>
                            <a:srgbClr val="0E2841"/>
                          </a:solidFill>
                          <a:latin typeface="+mn-lt"/>
                        </a:defRPr>
                      </a:pPr>
                      <a:r>
                        <a:rPr lang="es-MX"/>
                        <a:t>$200</a:t>
                      </a:r>
                    </a:p>
                  </a:txBody>
                  <a:tcPr marR="54864" marT="22860" marB="13716">
                    <a:solidFill>
                      <a:srgbClr val="EAF5FA"/>
                    </a:solidFill>
                  </a:tcPr>
                </a:tc>
                <a:extLst>
                  <a:ext uri="{0D108BD9-81ED-4DB2-BD59-A6C34878D82A}">
                    <a16:rowId xmlns:a16="http://schemas.microsoft.com/office/drawing/2014/main" val="10003"/>
                  </a:ext>
                </a:extLst>
              </a:tr>
              <a:tr h="448056">
                <a:tc>
                  <a:txBody>
                    <a:bodyPr/>
                    <a:lstStyle/>
                    <a:p>
                      <a:pPr marL="0" indent="0">
                        <a:lnSpc>
                          <a:spcPct val="100000"/>
                        </a:lnSpc>
                        <a:spcBef>
                          <a:spcPts val="0"/>
                        </a:spcBef>
                        <a:defRPr sz="1800" b="0">
                          <a:solidFill>
                            <a:srgbClr val="0E2841"/>
                          </a:solidFill>
                          <a:latin typeface="+mn-lt"/>
                        </a:defRPr>
                      </a:pPr>
                      <a:r>
                        <a:rPr lang="es-MX"/>
                        <a:t>L2</a:t>
                      </a:r>
                    </a:p>
                  </a:txBody>
                  <a:tcPr marR="54864" marT="22860" marB="13716">
                    <a:solidFill>
                      <a:srgbClr val="F7FAFC"/>
                    </a:solidFill>
                  </a:tcPr>
                </a:tc>
                <a:tc>
                  <a:txBody>
                    <a:bodyPr/>
                    <a:lstStyle/>
                    <a:p>
                      <a:pPr marL="0" indent="0">
                        <a:lnSpc>
                          <a:spcPct val="100000"/>
                        </a:lnSpc>
                        <a:spcBef>
                          <a:spcPts val="0"/>
                        </a:spcBef>
                        <a:defRPr sz="1800" b="0">
                          <a:solidFill>
                            <a:srgbClr val="0E2841"/>
                          </a:solidFill>
                          <a:latin typeface="+mn-lt"/>
                        </a:defRPr>
                      </a:pPr>
                      <a:r>
                        <a:rPr lang="es-MX"/>
                        <a:t>Medellín</a:t>
                      </a:r>
                    </a:p>
                  </a:txBody>
                  <a:tcPr marR="54864" marT="22860" marB="13716">
                    <a:solidFill>
                      <a:srgbClr val="F7FAFC"/>
                    </a:solidFill>
                  </a:tcPr>
                </a:tc>
                <a:tc>
                  <a:txBody>
                    <a:bodyPr/>
                    <a:lstStyle/>
                    <a:p>
                      <a:pPr marL="0" indent="0">
                        <a:lnSpc>
                          <a:spcPct val="100000"/>
                        </a:lnSpc>
                        <a:spcBef>
                          <a:spcPts val="0"/>
                        </a:spcBef>
                        <a:defRPr sz="1800" b="0">
                          <a:solidFill>
                            <a:srgbClr val="0E2841"/>
                          </a:solidFill>
                          <a:latin typeface="+mn-lt"/>
                        </a:defRPr>
                      </a:pPr>
                      <a:r>
                        <a:rPr lang="es-MX"/>
                        <a:t>$200</a:t>
                      </a:r>
                    </a:p>
                  </a:txBody>
                  <a:tcPr marR="54864" marT="22860" marB="13716">
                    <a:solidFill>
                      <a:srgbClr val="F7FAFC"/>
                    </a:solidFill>
                  </a:tcPr>
                </a:tc>
                <a:extLst>
                  <a:ext uri="{0D108BD9-81ED-4DB2-BD59-A6C34878D82A}">
                    <a16:rowId xmlns:a16="http://schemas.microsoft.com/office/drawing/2014/main" val="10004"/>
                  </a:ext>
                </a:extLst>
              </a:tr>
            </a:tbl>
          </a:graphicData>
        </a:graphic>
      </p:graphicFrame>
      <p:sp>
        <p:nvSpPr>
          <p:cNvPr id="8" name="TextBox 7"/>
          <p:cNvSpPr txBox="1"/>
          <p:nvPr/>
        </p:nvSpPr>
        <p:spPr>
          <a:xfrm>
            <a:off x="868680" y="5120640"/>
            <a:ext cx="3657600" cy="369332"/>
          </a:xfrm>
          <a:prstGeom prst="rect">
            <a:avLst/>
          </a:prstGeom>
          <a:noFill/>
        </p:spPr>
        <p:txBody>
          <a:bodyPr wrap="square" lIns="0" tIns="0" rIns="0" bIns="0">
            <a:spAutoFit/>
          </a:bodyPr>
          <a:lstStyle/>
          <a:p>
            <a:pPr marL="0" indent="0">
              <a:lnSpc>
                <a:spcPct val="100000"/>
              </a:lnSpc>
              <a:spcBef>
                <a:spcPts val="0"/>
              </a:spcBef>
              <a:defRPr sz="2400" b="1">
                <a:solidFill>
                  <a:srgbClr val="1D4093"/>
                </a:solidFill>
                <a:latin typeface="+mn-lt"/>
              </a:defRPr>
            </a:pPr>
            <a:r>
              <a:t>$300</a:t>
            </a:r>
            <a:endParaRPr lang="es-MX"/>
          </a:p>
        </p:txBody>
      </p:sp>
      <p:sp>
        <p:nvSpPr>
          <p:cNvPr id="9" name="TextBox 8"/>
          <p:cNvSpPr txBox="1"/>
          <p:nvPr/>
        </p:nvSpPr>
        <p:spPr>
          <a:xfrm>
            <a:off x="6309360" y="4663440"/>
            <a:ext cx="5029200" cy="369332"/>
          </a:xfrm>
          <a:prstGeom prst="rect">
            <a:avLst/>
          </a:prstGeom>
          <a:noFill/>
        </p:spPr>
        <p:txBody>
          <a:bodyPr wrap="square" lIns="0" tIns="0" rIns="0" bIns="0">
            <a:spAutoFit/>
          </a:bodyPr>
          <a:lstStyle/>
          <a:p>
            <a:pPr marL="0" indent="0">
              <a:lnSpc>
                <a:spcPct val="100000"/>
              </a:lnSpc>
              <a:spcBef>
                <a:spcPts val="0"/>
              </a:spcBef>
              <a:defRPr sz="2400" b="1">
                <a:solidFill>
                  <a:srgbClr val="1D4093"/>
                </a:solidFill>
                <a:latin typeface="+mn-lt"/>
              </a:defRPr>
            </a:pPr>
            <a:r>
              <a:t>$600</a:t>
            </a:r>
            <a:endParaRPr lang="es-MX"/>
          </a:p>
        </p:txBody>
      </p:sp>
      <p:sp>
        <p:nvSpPr>
          <p:cNvPr id="10" name="TextBox 9"/>
          <p:cNvSpPr txBox="1"/>
          <p:nvPr/>
        </p:nvSpPr>
        <p:spPr>
          <a:xfrm>
            <a:off x="868680" y="5577840"/>
            <a:ext cx="10424160" cy="282065"/>
          </a:xfrm>
          <a:prstGeom prst="rect">
            <a:avLst/>
          </a:prstGeom>
          <a:noFill/>
        </p:spPr>
        <p:txBody>
          <a:bodyPr wrap="square" lIns="0" tIns="0" rIns="0" bIns="0">
            <a:spAutoFit/>
          </a:bodyPr>
          <a:lstStyle/>
          <a:p>
            <a:pPr marL="0" indent="0">
              <a:lnSpc>
                <a:spcPct val="105000"/>
              </a:lnSpc>
              <a:spcBef>
                <a:spcPts val="0"/>
              </a:spcBef>
              <a:spcAft>
                <a:spcPts val="700"/>
              </a:spcAft>
              <a:buNone/>
              <a:defRPr sz="1800" b="0">
                <a:solidFill>
                  <a:srgbClr val="0E2841"/>
                </a:solidFill>
                <a:latin typeface="+mn-lt"/>
              </a:defRPr>
            </a:pPr>
            <a:r>
              <a:t>Conflicto del maestro: no elegir una versión al azar ni borrar matrículas después.</a:t>
            </a:r>
            <a:endParaRPr lang="es-MX"/>
          </a:p>
        </p:txBody>
      </p:sp>
    </p:spTree>
    <p:extLst>
      <p:ext uri="{BB962C8B-B14F-4D97-AF65-F5344CB8AC3E}">
        <p14:creationId xmlns:p14="http://schemas.microsoft.com/office/powerpoint/2010/main" val="3552669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AF289-A52A-C633-12F2-24C0B11D6253}"/>
              </a:ext>
            </a:extLst>
          </p:cNvPr>
          <p:cNvSpPr>
            <a:spLocks noGrp="1"/>
          </p:cNvSpPr>
          <p:nvPr>
            <p:ph type="title"/>
          </p:nvPr>
        </p:nvSpPr>
        <p:spPr/>
        <p:txBody>
          <a:bodyPr wrap="square" lIns="0" tIns="0" rIns="0" bIns="0"/>
          <a:lstStyle/>
          <a:p>
            <a:pPr marL="0" indent="0">
              <a:lnSpc>
                <a:spcPct val="100000"/>
              </a:lnSpc>
              <a:spcBef>
                <a:spcPts val="0"/>
              </a:spcBef>
              <a:defRPr sz="3200" b="1">
                <a:solidFill>
                  <a:srgbClr val="1D4093"/>
                </a:solidFill>
                <a:latin typeface="+mn-lt"/>
              </a:defRPr>
            </a:pPr>
            <a:r>
              <a:rPr lang="es-MX" sz="3200"/>
              <a:t>Quiz 3 · Neto duplicado</a:t>
            </a:r>
          </a:p>
        </p:txBody>
      </p:sp>
      <p:sp>
        <p:nvSpPr>
          <p:cNvPr id="3" name="TextBox 2"/>
          <p:cNvSpPr txBox="1"/>
          <p:nvPr/>
        </p:nvSpPr>
        <p:spPr>
          <a:xfrm>
            <a:off x="868680" y="1737360"/>
            <a:ext cx="10424160" cy="369332"/>
          </a:xfrm>
          <a:prstGeom prst="rect">
            <a:avLst/>
          </a:prstGeom>
          <a:noFill/>
        </p:spPr>
        <p:txBody>
          <a:bodyPr wrap="square" lIns="0" tIns="0" rIns="0" bIns="0">
            <a:spAutoFit/>
          </a:bodyPr>
          <a:lstStyle/>
          <a:p>
            <a:pPr marL="0" indent="0">
              <a:lnSpc>
                <a:spcPct val="100000"/>
              </a:lnSpc>
              <a:spcBef>
                <a:spcPts val="0"/>
              </a:spcBef>
              <a:defRPr sz="2400" b="0">
                <a:solidFill>
                  <a:srgbClr val="0E2841"/>
                </a:solidFill>
                <a:latin typeface="+mn-lt"/>
              </a:defRPr>
            </a:pPr>
            <a:r>
              <a:t>Después de unir, se duplican las filas y la suma monetaria.</a:t>
            </a:r>
            <a:endParaRPr lang="es-MX"/>
          </a:p>
        </p:txBody>
      </p:sp>
      <p:sp>
        <p:nvSpPr>
          <p:cNvPr id="4" name="TextBox 3"/>
          <p:cNvSpPr txBox="1"/>
          <p:nvPr/>
        </p:nvSpPr>
        <p:spPr>
          <a:xfrm>
            <a:off x="1051560" y="2697480"/>
            <a:ext cx="10058400" cy="307777"/>
          </a:xfrm>
          <a:prstGeom prst="rect">
            <a:avLst/>
          </a:prstGeom>
          <a:noFill/>
        </p:spPr>
        <p:txBody>
          <a:bodyPr wrap="square" lIns="0" tIns="0" rIns="0" bIns="0">
            <a:spAutoFit/>
          </a:bodyPr>
          <a:lstStyle/>
          <a:p>
            <a:pPr marL="0" indent="0">
              <a:lnSpc>
                <a:spcPct val="100000"/>
              </a:lnSpc>
              <a:spcBef>
                <a:spcPts val="0"/>
              </a:spcBef>
              <a:defRPr sz="2000" b="0">
                <a:solidFill>
                  <a:srgbClr val="0E2841"/>
                </a:solidFill>
                <a:latin typeface="+mn-lt"/>
              </a:defRPr>
            </a:pPr>
            <a:r>
              <a:rPr lang="es-MX" sz="2000"/>
              <a:t>A.  Es crecimiento de la institución.</a:t>
            </a:r>
          </a:p>
        </p:txBody>
      </p:sp>
      <p:sp>
        <p:nvSpPr>
          <p:cNvPr id="5" name="TextBox 4"/>
          <p:cNvSpPr txBox="1"/>
          <p:nvPr/>
        </p:nvSpPr>
        <p:spPr>
          <a:xfrm>
            <a:off x="1051560" y="3310128"/>
            <a:ext cx="10058400" cy="307777"/>
          </a:xfrm>
          <a:prstGeom prst="rect">
            <a:avLst/>
          </a:prstGeom>
          <a:noFill/>
        </p:spPr>
        <p:txBody>
          <a:bodyPr wrap="square" lIns="0" tIns="0" rIns="0" bIns="0">
            <a:spAutoFit/>
          </a:bodyPr>
          <a:lstStyle/>
          <a:p>
            <a:pPr marL="0" indent="0">
              <a:lnSpc>
                <a:spcPct val="100000"/>
              </a:lnSpc>
              <a:spcBef>
                <a:spcPts val="0"/>
              </a:spcBef>
              <a:defRPr sz="2000" b="0">
                <a:solidFill>
                  <a:srgbClr val="0E2841"/>
                </a:solidFill>
                <a:latin typeface="+mn-lt"/>
              </a:defRPr>
            </a:pPr>
            <a:r>
              <a:rPr lang="es-MX" sz="2000"/>
              <a:t>B.  Revisar llaves repetidas del maestro y la cardinalidad esperada.</a:t>
            </a:r>
          </a:p>
        </p:txBody>
      </p:sp>
      <p:sp>
        <p:nvSpPr>
          <p:cNvPr id="6" name="TextBox 5"/>
          <p:cNvSpPr txBox="1"/>
          <p:nvPr/>
        </p:nvSpPr>
        <p:spPr>
          <a:xfrm>
            <a:off x="1051560" y="3922776"/>
            <a:ext cx="10058400" cy="307777"/>
          </a:xfrm>
          <a:prstGeom prst="rect">
            <a:avLst/>
          </a:prstGeom>
          <a:noFill/>
        </p:spPr>
        <p:txBody>
          <a:bodyPr wrap="square" lIns="0" tIns="0" rIns="0" bIns="0">
            <a:spAutoFit/>
          </a:bodyPr>
          <a:lstStyle/>
          <a:p>
            <a:pPr marL="0" indent="0">
              <a:lnSpc>
                <a:spcPct val="100000"/>
              </a:lnSpc>
              <a:spcBef>
                <a:spcPts val="0"/>
              </a:spcBef>
              <a:defRPr sz="2000" b="0">
                <a:solidFill>
                  <a:srgbClr val="0E2841"/>
                </a:solidFill>
                <a:latin typeface="+mn-lt"/>
              </a:defRPr>
            </a:pPr>
            <a:r>
              <a:rPr lang="es-MX" sz="2000"/>
              <a:t>C.  Dividir siempre los valores por dos.</a:t>
            </a:r>
          </a:p>
        </p:txBody>
      </p:sp>
      <p:sp>
        <p:nvSpPr>
          <p:cNvPr id="7" name="TextBox 6"/>
          <p:cNvSpPr txBox="1"/>
          <p:nvPr/>
        </p:nvSpPr>
        <p:spPr>
          <a:xfrm>
            <a:off x="1051560" y="4535424"/>
            <a:ext cx="10058400" cy="307777"/>
          </a:xfrm>
          <a:prstGeom prst="rect">
            <a:avLst/>
          </a:prstGeom>
          <a:noFill/>
        </p:spPr>
        <p:txBody>
          <a:bodyPr wrap="square" lIns="0" tIns="0" rIns="0" bIns="0">
            <a:spAutoFit/>
          </a:bodyPr>
          <a:lstStyle/>
          <a:p>
            <a:pPr marL="0" indent="0">
              <a:lnSpc>
                <a:spcPct val="100000"/>
              </a:lnSpc>
              <a:spcBef>
                <a:spcPts val="0"/>
              </a:spcBef>
              <a:defRPr sz="2000" b="0">
                <a:solidFill>
                  <a:srgbClr val="0E2841"/>
                </a:solidFill>
                <a:latin typeface="+mn-lt"/>
              </a:defRPr>
            </a:pPr>
            <a:r>
              <a:rPr lang="es-MX" sz="2000"/>
              <a:t>D.  Ignorar filas duplicadas porque merge funcionó.</a:t>
            </a:r>
          </a:p>
        </p:txBody>
      </p:sp>
      <p:sp>
        <p:nvSpPr>
          <p:cNvPr id="8" name="TextBox 7"/>
          <p:cNvSpPr txBox="1"/>
          <p:nvPr/>
        </p:nvSpPr>
        <p:spPr>
          <a:xfrm>
            <a:off x="868680" y="5394960"/>
            <a:ext cx="10424160" cy="282065"/>
          </a:xfrm>
          <a:prstGeom prst="rect">
            <a:avLst/>
          </a:prstGeom>
          <a:noFill/>
        </p:spPr>
        <p:txBody>
          <a:bodyPr wrap="square" lIns="0" tIns="0" rIns="0" bIns="0">
            <a:spAutoFit/>
          </a:bodyPr>
          <a:lstStyle/>
          <a:p>
            <a:pPr marL="0" indent="0">
              <a:lnSpc>
                <a:spcPct val="105000"/>
              </a:lnSpc>
              <a:spcBef>
                <a:spcPts val="0"/>
              </a:spcBef>
              <a:spcAft>
                <a:spcPts val="700"/>
              </a:spcAft>
              <a:buNone/>
              <a:defRPr sz="1800" b="0">
                <a:solidFill>
                  <a:srgbClr val="1D4093"/>
                </a:solidFill>
                <a:latin typeface="+mn-lt"/>
              </a:defRPr>
            </a:pPr>
            <a:r>
              <a:t>Responde por voz o chat y explica tu criterio.</a:t>
            </a:r>
            <a:endParaRPr lang="es-MX"/>
          </a:p>
        </p:txBody>
      </p:sp>
    </p:spTree>
    <p:extLst>
      <p:ext uri="{BB962C8B-B14F-4D97-AF65-F5344CB8AC3E}">
        <p14:creationId xmlns:p14="http://schemas.microsoft.com/office/powerpoint/2010/main" val="3552669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AE81B89-0F34-6A24-80AE-7A07D7447EDF}"/>
              </a:ext>
            </a:extLst>
          </p:cNvPr>
          <p:cNvSpPr>
            <a:spLocks noGrp="1"/>
          </p:cNvSpPr>
          <p:nvPr>
            <p:ph type="title"/>
          </p:nvPr>
        </p:nvSpPr>
        <p:spPr>
          <a:xfrm>
            <a:off x="832104" y="713232"/>
            <a:ext cx="3931920" cy="2011680"/>
          </a:xfrm>
        </p:spPr>
        <p:txBody>
          <a:bodyPr wrap="square" lIns="0" tIns="0" rIns="0" bIns="0">
            <a:normAutofit/>
          </a:bodyPr>
          <a:lstStyle/>
          <a:p>
            <a:pPr marL="0" indent="0">
              <a:lnSpc>
                <a:spcPct val="100000"/>
              </a:lnSpc>
              <a:spcBef>
                <a:spcPts val="0"/>
              </a:spcBef>
              <a:defRPr sz="3200" b="1">
                <a:solidFill>
                  <a:srgbClr val="FFFFFF"/>
                </a:solidFill>
                <a:latin typeface="+mn-lt"/>
              </a:defRPr>
            </a:pPr>
            <a:r>
              <a:rPr lang="es-MX" sz="3200"/>
              <a:t>Respuesta 3</a:t>
            </a:r>
          </a:p>
          <a:p>
            <a:pPr marL="0" indent="0">
              <a:lnSpc>
                <a:spcPct val="100000"/>
              </a:lnSpc>
              <a:spcBef>
                <a:spcPts val="0"/>
              </a:spcBef>
              <a:defRPr sz="3200" b="1">
                <a:solidFill>
                  <a:srgbClr val="FFFFFF"/>
                </a:solidFill>
                <a:latin typeface="+mn-lt"/>
              </a:defRPr>
            </a:pPr>
            <a:r>
              <a:rPr lang="es-MX" sz="3200"/>
              <a:t>El cruce también cambia cantidades</a:t>
            </a:r>
          </a:p>
        </p:txBody>
      </p:sp>
      <p:sp>
        <p:nvSpPr>
          <p:cNvPr id="5" name="Text Placeholder 4">
            <a:extLst>
              <a:ext uri="{FF2B5EF4-FFF2-40B4-BE49-F238E27FC236}">
                <a16:creationId xmlns:a16="http://schemas.microsoft.com/office/drawing/2014/main" id="{F9B14905-158C-2875-1507-71D41FCDBFED}"/>
              </a:ext>
            </a:extLst>
          </p:cNvPr>
          <p:cNvSpPr>
            <a:spLocks noGrp="1"/>
          </p:cNvSpPr>
          <p:nvPr>
            <p:ph type="body" sz="half" idx="2"/>
          </p:nvPr>
        </p:nvSpPr>
        <p:spPr>
          <a:xfrm>
            <a:off x="832104" y="2880360"/>
            <a:ext cx="3931920" cy="2651760"/>
          </a:xfrm>
        </p:spPr>
        <p:txBody>
          <a:bodyPr wrap="square" lIns="0" tIns="0" rIns="0" bIns="0"/>
          <a:lstStyle/>
          <a:p>
            <a:pPr marL="0" indent="0">
              <a:lnSpc>
                <a:spcPct val="105000"/>
              </a:lnSpc>
              <a:spcBef>
                <a:spcPts val="0"/>
              </a:spcBef>
              <a:spcAft>
                <a:spcPts val="700"/>
              </a:spcAft>
              <a:buNone/>
              <a:defRPr sz="1600" b="0">
                <a:solidFill>
                  <a:srgbClr val="FFFFFF"/>
                </a:solidFill>
                <a:latin typeface="+mn-lt"/>
              </a:defRPr>
            </a:pPr>
            <a:r>
              <a:rPr sz="5400" b="1" dirty="0">
                <a:solidFill>
                  <a:srgbClr val="FFFFFF"/>
                </a:solidFill>
              </a:rPr>
              <a:t>B</a:t>
            </a:r>
            <a:endParaRPr lang="es-MX" sz="5400" b="1" dirty="0">
              <a:solidFill>
                <a:srgbClr val="FFFFFF"/>
              </a:solidFill>
            </a:endParaRPr>
          </a:p>
          <a:p>
            <a:pPr marL="0" indent="0">
              <a:lnSpc>
                <a:spcPct val="105000"/>
              </a:lnSpc>
              <a:spcBef>
                <a:spcPts val="0"/>
              </a:spcBef>
              <a:spcAft>
                <a:spcPts val="700"/>
              </a:spcAft>
              <a:buNone/>
              <a:defRPr sz="1600" b="0">
                <a:solidFill>
                  <a:srgbClr val="FFFFFF"/>
                </a:solidFill>
                <a:latin typeface="+mn-lt"/>
              </a:defRPr>
            </a:pPr>
            <a:endParaRPr lang="es-MX" dirty="0"/>
          </a:p>
          <a:p>
            <a:pPr marL="0" indent="0">
              <a:lnSpc>
                <a:spcPct val="105000"/>
              </a:lnSpc>
              <a:spcBef>
                <a:spcPts val="0"/>
              </a:spcBef>
              <a:spcAft>
                <a:spcPts val="700"/>
              </a:spcAft>
              <a:buNone/>
              <a:defRPr sz="1600" b="0">
                <a:solidFill>
                  <a:srgbClr val="FFFFFF"/>
                </a:solidFill>
                <a:latin typeface="+mn-lt"/>
              </a:defRPr>
            </a:pPr>
            <a:r>
              <a:rPr dirty="0"/>
              <a:t>Cada </a:t>
            </a:r>
            <a:r>
              <a:rPr dirty="0" err="1"/>
              <a:t>coincidencia</a:t>
            </a:r>
            <a:r>
              <a:rPr dirty="0"/>
              <a:t> genera </a:t>
            </a:r>
            <a:r>
              <a:rPr dirty="0" err="1"/>
              <a:t>una</a:t>
            </a:r>
            <a:r>
              <a:rPr dirty="0"/>
              <a:t> </a:t>
            </a:r>
            <a:r>
              <a:rPr dirty="0" err="1"/>
              <a:t>combinación</a:t>
            </a:r>
            <a:r>
              <a:rPr dirty="0"/>
              <a:t>.</a:t>
            </a:r>
            <a:endParaRPr lang="es-MX" dirty="0"/>
          </a:p>
          <a:p>
            <a:pPr marL="0" indent="0">
              <a:lnSpc>
                <a:spcPct val="105000"/>
              </a:lnSpc>
              <a:spcBef>
                <a:spcPts val="0"/>
              </a:spcBef>
              <a:spcAft>
                <a:spcPts val="700"/>
              </a:spcAft>
              <a:buNone/>
              <a:defRPr sz="1600" b="0">
                <a:solidFill>
                  <a:srgbClr val="FFFFFF"/>
                </a:solidFill>
                <a:latin typeface="+mn-lt"/>
              </a:defRPr>
            </a:pPr>
            <a:endParaRPr lang="es-MX" dirty="0"/>
          </a:p>
          <a:p>
            <a:pPr marL="0" indent="0">
              <a:lnSpc>
                <a:spcPct val="105000"/>
              </a:lnSpc>
              <a:spcBef>
                <a:spcPts val="0"/>
              </a:spcBef>
              <a:spcAft>
                <a:spcPts val="700"/>
              </a:spcAft>
              <a:buNone/>
              <a:defRPr sz="1600" b="0">
                <a:solidFill>
                  <a:srgbClr val="FFFFFF"/>
                </a:solidFill>
                <a:latin typeface="+mn-lt"/>
              </a:defRPr>
            </a:pPr>
            <a:r>
              <a:rPr dirty="0"/>
              <a:t>El </a:t>
            </a:r>
            <a:r>
              <a:rPr dirty="0" err="1"/>
              <a:t>contrato</a:t>
            </a:r>
            <a:r>
              <a:rPr dirty="0"/>
              <a:t> </a:t>
            </a:r>
            <a:r>
              <a:rPr dirty="0" err="1"/>
              <a:t>esperaba</a:t>
            </a:r>
            <a:r>
              <a:rPr dirty="0"/>
              <a:t> </a:t>
            </a:r>
            <a:r>
              <a:rPr dirty="0" err="1"/>
              <a:t>muchos</a:t>
            </a:r>
            <a:r>
              <a:rPr dirty="0"/>
              <a:t> a uno.</a:t>
            </a:r>
            <a:endParaRPr lang="es-MX" dirty="0"/>
          </a:p>
        </p:txBody>
      </p:sp>
      <p:sp>
        <p:nvSpPr>
          <p:cNvPr id="6" name="TextBox 5"/>
          <p:cNvSpPr txBox="1"/>
          <p:nvPr/>
        </p:nvSpPr>
        <p:spPr>
          <a:xfrm>
            <a:off x="5184648" y="1463040"/>
            <a:ext cx="6080760" cy="738664"/>
          </a:xfrm>
          <a:prstGeom prst="rect">
            <a:avLst/>
          </a:prstGeom>
          <a:noFill/>
        </p:spPr>
        <p:txBody>
          <a:bodyPr wrap="square" lIns="0" tIns="0" rIns="0" bIns="0">
            <a:spAutoFit/>
          </a:bodyPr>
          <a:lstStyle/>
          <a:p>
            <a:pPr marL="0" indent="0">
              <a:lnSpc>
                <a:spcPct val="100000"/>
              </a:lnSpc>
              <a:spcBef>
                <a:spcPts val="0"/>
              </a:spcBef>
              <a:defRPr sz="2400" b="1">
                <a:solidFill>
                  <a:srgbClr val="1D4093"/>
                </a:solidFill>
                <a:latin typeface="+mn-lt"/>
              </a:defRPr>
            </a:pPr>
            <a:r>
              <a:t>2 filas de E1 × 2 versiones de E1</a:t>
            </a:r>
            <a:endParaRPr lang="es-MX"/>
          </a:p>
          <a:p>
            <a:pPr marL="0" indent="0">
              <a:lnSpc>
                <a:spcPct val="100000"/>
              </a:lnSpc>
              <a:spcBef>
                <a:spcPts val="0"/>
              </a:spcBef>
              <a:defRPr sz="2400" b="1">
                <a:solidFill>
                  <a:srgbClr val="1D4093"/>
                </a:solidFill>
                <a:latin typeface="+mn-lt"/>
              </a:defRPr>
            </a:pPr>
            <a:r>
              <a:t>= 4 combinaciones</a:t>
            </a:r>
            <a:endParaRPr lang="es-MX"/>
          </a:p>
        </p:txBody>
      </p:sp>
      <p:sp>
        <p:nvSpPr>
          <p:cNvPr id="7" name="TextBox 6"/>
          <p:cNvSpPr txBox="1"/>
          <p:nvPr/>
        </p:nvSpPr>
        <p:spPr>
          <a:xfrm>
            <a:off x="5184648" y="3337560"/>
            <a:ext cx="6080760" cy="1231106"/>
          </a:xfrm>
          <a:prstGeom prst="rect">
            <a:avLst/>
          </a:prstGeom>
          <a:noFill/>
        </p:spPr>
        <p:txBody>
          <a:bodyPr wrap="square" lIns="0" tIns="0" rIns="0" bIns="0">
            <a:spAutoFit/>
          </a:bodyPr>
          <a:lstStyle/>
          <a:p>
            <a:pPr marL="0" indent="0">
              <a:lnSpc>
                <a:spcPct val="100000"/>
              </a:lnSpc>
              <a:spcBef>
                <a:spcPts val="0"/>
              </a:spcBef>
              <a:defRPr sz="2000" b="0">
                <a:solidFill>
                  <a:srgbClr val="0E2841"/>
                </a:solidFill>
                <a:latin typeface="+mn-lt"/>
              </a:defRPr>
            </a:pPr>
            <a:r>
              <a:t>El ejemplo es muchos a muchos.</a:t>
            </a:r>
            <a:endParaRPr lang="es-MX"/>
          </a:p>
          <a:p>
            <a:pPr marL="0" indent="0">
              <a:lnSpc>
                <a:spcPct val="100000"/>
              </a:lnSpc>
              <a:spcBef>
                <a:spcPts val="0"/>
              </a:spcBef>
              <a:defRPr sz="2000" b="0">
                <a:solidFill>
                  <a:srgbClr val="0E2841"/>
                </a:solidFill>
                <a:latin typeface="+mn-lt"/>
              </a:defRPr>
            </a:pPr>
            <a:endParaRPr lang="es-MX"/>
          </a:p>
          <a:p>
            <a:pPr marL="0" indent="0">
              <a:lnSpc>
                <a:spcPct val="100000"/>
              </a:lnSpc>
              <a:spcBef>
                <a:spcPts val="0"/>
              </a:spcBef>
              <a:defRPr sz="2000" b="0">
                <a:solidFill>
                  <a:srgbClr val="0E2841"/>
                </a:solidFill>
                <a:latin typeface="+mn-lt"/>
              </a:defRPr>
            </a:pPr>
            <a:r>
              <a:t>La revisión debe ocurrir antes de agregar: sumar después oculta la multiplicación.</a:t>
            </a:r>
            <a:endParaRPr lang="es-MX"/>
          </a:p>
        </p:txBody>
      </p:sp>
    </p:spTree>
    <p:extLst>
      <p:ext uri="{BB962C8B-B14F-4D97-AF65-F5344CB8AC3E}">
        <p14:creationId xmlns:p14="http://schemas.microsoft.com/office/powerpoint/2010/main" val="6979997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AF289-A52A-C633-12F2-24C0B11D6253}"/>
              </a:ext>
            </a:extLst>
          </p:cNvPr>
          <p:cNvSpPr>
            <a:spLocks noGrp="1"/>
          </p:cNvSpPr>
          <p:nvPr>
            <p:ph type="title"/>
          </p:nvPr>
        </p:nvSpPr>
        <p:spPr/>
        <p:txBody>
          <a:bodyPr wrap="square" lIns="0" tIns="0" rIns="0" bIns="0"/>
          <a:lstStyle/>
          <a:p>
            <a:pPr marL="0" indent="0">
              <a:lnSpc>
                <a:spcPct val="100000"/>
              </a:lnSpc>
              <a:spcBef>
                <a:spcPts val="0"/>
              </a:spcBef>
              <a:defRPr sz="3200" b="1">
                <a:solidFill>
                  <a:srgbClr val="1D4093"/>
                </a:solidFill>
                <a:latin typeface="+mn-lt"/>
              </a:defRPr>
            </a:pPr>
            <a:r>
              <a:rPr lang="es-MX" sz="3200"/>
              <a:t>Controles antes de integrar</a:t>
            </a:r>
          </a:p>
        </p:txBody>
      </p:sp>
      <p:graphicFrame>
        <p:nvGraphicFramePr>
          <p:cNvPr id="3" name="Table 2"/>
          <p:cNvGraphicFramePr>
            <a:graphicFrameLocks noGrp="1"/>
          </p:cNvGraphicFramePr>
          <p:nvPr>
            <p:extLst>
              <p:ext uri="{D42A27DB-BD31-4B8C-83A1-F6EECF244321}">
                <p14:modId xmlns:p14="http://schemas.microsoft.com/office/powerpoint/2010/main" val="2538002069"/>
              </p:ext>
            </p:extLst>
          </p:nvPr>
        </p:nvGraphicFramePr>
        <p:xfrm>
          <a:off x="868680" y="1828800"/>
          <a:ext cx="10424160" cy="2487168"/>
        </p:xfrm>
        <a:graphic>
          <a:graphicData uri="http://schemas.openxmlformats.org/drawingml/2006/table">
            <a:tbl>
              <a:tblPr firstRow="1" bandRow="1">
                <a:tableStyleId>{5C22544A-7EE6-4342-B048-85BDC9FD1C3A}</a:tableStyleId>
              </a:tblPr>
              <a:tblGrid>
                <a:gridCol w="3185160">
                  <a:extLst>
                    <a:ext uri="{9D8B030D-6E8A-4147-A177-3AD203B41FA5}">
                      <a16:colId xmlns:a16="http://schemas.microsoft.com/office/drawing/2014/main" val="20000"/>
                    </a:ext>
                  </a:extLst>
                </a:gridCol>
                <a:gridCol w="4343400">
                  <a:extLst>
                    <a:ext uri="{9D8B030D-6E8A-4147-A177-3AD203B41FA5}">
                      <a16:colId xmlns:a16="http://schemas.microsoft.com/office/drawing/2014/main" val="20001"/>
                    </a:ext>
                  </a:extLst>
                </a:gridCol>
                <a:gridCol w="2895600">
                  <a:extLst>
                    <a:ext uri="{9D8B030D-6E8A-4147-A177-3AD203B41FA5}">
                      <a16:colId xmlns:a16="http://schemas.microsoft.com/office/drawing/2014/main" val="20002"/>
                    </a:ext>
                  </a:extLst>
                </a:gridCol>
              </a:tblGrid>
              <a:tr h="621792">
                <a:tc>
                  <a:txBody>
                    <a:bodyPr/>
                    <a:lstStyle/>
                    <a:p>
                      <a:pPr marL="0" indent="0">
                        <a:lnSpc>
                          <a:spcPct val="100000"/>
                        </a:lnSpc>
                        <a:spcBef>
                          <a:spcPts val="0"/>
                        </a:spcBef>
                        <a:defRPr sz="1800" b="1">
                          <a:solidFill>
                            <a:srgbClr val="FFFFFF"/>
                          </a:solidFill>
                          <a:latin typeface="+mn-lt"/>
                        </a:defRPr>
                      </a:pPr>
                      <a:r>
                        <a:rPr lang="es-MX"/>
                        <a:t>Estructura</a:t>
                      </a:r>
                    </a:p>
                  </a:txBody>
                  <a:tcPr marR="54864" marT="22860" marB="13716">
                    <a:solidFill>
                      <a:srgbClr val="1D4093"/>
                    </a:solidFill>
                  </a:tcPr>
                </a:tc>
                <a:tc>
                  <a:txBody>
                    <a:bodyPr/>
                    <a:lstStyle/>
                    <a:p>
                      <a:pPr marL="0" indent="0">
                        <a:lnSpc>
                          <a:spcPct val="100000"/>
                        </a:lnSpc>
                        <a:spcBef>
                          <a:spcPts val="0"/>
                        </a:spcBef>
                        <a:defRPr sz="1800" b="1">
                          <a:solidFill>
                            <a:srgbClr val="FFFFFF"/>
                          </a:solidFill>
                          <a:latin typeface="+mn-lt"/>
                        </a:defRPr>
                      </a:pPr>
                      <a:r>
                        <a:rPr lang="es-MX"/>
                        <a:t>Calidad de llaves</a:t>
                      </a:r>
                    </a:p>
                  </a:txBody>
                  <a:tcPr marR="54864" marT="22860" marB="13716">
                    <a:solidFill>
                      <a:srgbClr val="1D4093"/>
                    </a:solidFill>
                  </a:tcPr>
                </a:tc>
                <a:tc>
                  <a:txBody>
                    <a:bodyPr/>
                    <a:lstStyle/>
                    <a:p>
                      <a:pPr marL="0" indent="0">
                        <a:lnSpc>
                          <a:spcPct val="100000"/>
                        </a:lnSpc>
                        <a:spcBef>
                          <a:spcPts val="0"/>
                        </a:spcBef>
                        <a:defRPr sz="1800" b="1">
                          <a:solidFill>
                            <a:srgbClr val="FFFFFF"/>
                          </a:solidFill>
                          <a:latin typeface="+mn-lt"/>
                        </a:defRPr>
                      </a:pPr>
                      <a:r>
                        <a:rPr lang="es-MX"/>
                        <a:t>Referencia</a:t>
                      </a:r>
                    </a:p>
                  </a:txBody>
                  <a:tcPr marR="54864" marT="22860" marB="13716">
                    <a:solidFill>
                      <a:srgbClr val="1D4093"/>
                    </a:solidFill>
                  </a:tcPr>
                </a:tc>
                <a:extLst>
                  <a:ext uri="{0D108BD9-81ED-4DB2-BD59-A6C34878D82A}">
                    <a16:rowId xmlns:a16="http://schemas.microsoft.com/office/drawing/2014/main" val="10000"/>
                  </a:ext>
                </a:extLst>
              </a:tr>
              <a:tr h="621792">
                <a:tc>
                  <a:txBody>
                    <a:bodyPr/>
                    <a:lstStyle/>
                    <a:p>
                      <a:pPr marL="0" indent="0">
                        <a:lnSpc>
                          <a:spcPct val="100000"/>
                        </a:lnSpc>
                        <a:spcBef>
                          <a:spcPts val="0"/>
                        </a:spcBef>
                        <a:defRPr sz="1800" b="0">
                          <a:solidFill>
                            <a:srgbClr val="0E2841"/>
                          </a:solidFill>
                          <a:latin typeface="+mn-lt"/>
                        </a:defRPr>
                      </a:pPr>
                      <a:r>
                        <a:rPr lang="es-MX"/>
                        <a:t>Unidad de registro</a:t>
                      </a:r>
                    </a:p>
                  </a:txBody>
                  <a:tcPr marR="54864" marT="22860" marB="13716">
                    <a:solidFill>
                      <a:srgbClr val="EAF5FA"/>
                    </a:solidFill>
                  </a:tcPr>
                </a:tc>
                <a:tc>
                  <a:txBody>
                    <a:bodyPr/>
                    <a:lstStyle/>
                    <a:p>
                      <a:pPr marL="0" indent="0">
                        <a:lnSpc>
                          <a:spcPct val="100000"/>
                        </a:lnSpc>
                        <a:spcBef>
                          <a:spcPts val="0"/>
                        </a:spcBef>
                        <a:defRPr sz="1800" b="0">
                          <a:solidFill>
                            <a:srgbClr val="0E2841"/>
                          </a:solidFill>
                          <a:latin typeface="+mn-lt"/>
                        </a:defRPr>
                      </a:pPr>
                      <a:r>
                        <a:rPr lang="es-MX"/>
                        <a:t>Nulos y espacios exteriores</a:t>
                      </a:r>
                    </a:p>
                  </a:txBody>
                  <a:tcPr marR="54864" marT="22860" marB="13716">
                    <a:solidFill>
                      <a:srgbClr val="EAF5FA"/>
                    </a:solidFill>
                  </a:tcPr>
                </a:tc>
                <a:tc>
                  <a:txBody>
                    <a:bodyPr/>
                    <a:lstStyle/>
                    <a:p>
                      <a:pPr marL="0" indent="0">
                        <a:lnSpc>
                          <a:spcPct val="100000"/>
                        </a:lnSpc>
                        <a:spcBef>
                          <a:spcPts val="0"/>
                        </a:spcBef>
                        <a:defRPr sz="1800" b="0">
                          <a:solidFill>
                            <a:srgbClr val="0E2841"/>
                          </a:solidFill>
                          <a:latin typeface="+mn-lt"/>
                        </a:defRPr>
                      </a:pPr>
                      <a:r>
                        <a:rPr lang="es-MX"/>
                        <a:t>Conteo de filas</a:t>
                      </a:r>
                    </a:p>
                  </a:txBody>
                  <a:tcPr marR="54864" marT="22860" marB="13716">
                    <a:solidFill>
                      <a:srgbClr val="EAF5FA"/>
                    </a:solidFill>
                  </a:tcPr>
                </a:tc>
                <a:extLst>
                  <a:ext uri="{0D108BD9-81ED-4DB2-BD59-A6C34878D82A}">
                    <a16:rowId xmlns:a16="http://schemas.microsoft.com/office/drawing/2014/main" val="10001"/>
                  </a:ext>
                </a:extLst>
              </a:tr>
              <a:tr h="621792">
                <a:tc>
                  <a:txBody>
                    <a:bodyPr/>
                    <a:lstStyle/>
                    <a:p>
                      <a:pPr marL="0" indent="0">
                        <a:lnSpc>
                          <a:spcPct val="100000"/>
                        </a:lnSpc>
                        <a:spcBef>
                          <a:spcPts val="0"/>
                        </a:spcBef>
                        <a:defRPr sz="1800" b="0">
                          <a:solidFill>
                            <a:srgbClr val="0E2841"/>
                          </a:solidFill>
                          <a:latin typeface="+mn-lt"/>
                        </a:defRPr>
                      </a:pPr>
                      <a:r>
                        <a:rPr lang="es-MX"/>
                        <a:t>Relación esperada</a:t>
                      </a:r>
                    </a:p>
                  </a:txBody>
                  <a:tcPr marR="54864" marT="22860" marB="13716">
                    <a:solidFill>
                      <a:srgbClr val="F7FAFC"/>
                    </a:solidFill>
                  </a:tcPr>
                </a:tc>
                <a:tc>
                  <a:txBody>
                    <a:bodyPr/>
                    <a:lstStyle/>
                    <a:p>
                      <a:pPr marL="0" indent="0">
                        <a:lnSpc>
                          <a:spcPct val="100000"/>
                        </a:lnSpc>
                        <a:spcBef>
                          <a:spcPts val="0"/>
                        </a:spcBef>
                        <a:defRPr sz="1800" b="0">
                          <a:solidFill>
                            <a:srgbClr val="0E2841"/>
                          </a:solidFill>
                          <a:latin typeface="+mn-lt"/>
                        </a:defRPr>
                      </a:pPr>
                      <a:r>
                        <a:rPr lang="es-MX"/>
                        <a:t>Tipos consistentes y unicidad</a:t>
                      </a:r>
                    </a:p>
                  </a:txBody>
                  <a:tcPr marR="54864" marT="22860" marB="13716">
                    <a:solidFill>
                      <a:srgbClr val="F7FAFC"/>
                    </a:solidFill>
                  </a:tcPr>
                </a:tc>
                <a:tc>
                  <a:txBody>
                    <a:bodyPr/>
                    <a:lstStyle/>
                    <a:p>
                      <a:pPr marL="0" indent="0">
                        <a:lnSpc>
                          <a:spcPct val="100000"/>
                        </a:lnSpc>
                        <a:spcBef>
                          <a:spcPts val="0"/>
                        </a:spcBef>
                        <a:defRPr sz="1800" b="0">
                          <a:solidFill>
                            <a:srgbClr val="0E2841"/>
                          </a:solidFill>
                          <a:latin typeface="+mn-lt"/>
                        </a:defRPr>
                      </a:pPr>
                      <a:r>
                        <a:rPr lang="es-MX"/>
                        <a:t>Matrículas únicas</a:t>
                      </a:r>
                    </a:p>
                  </a:txBody>
                  <a:tcPr marR="54864" marT="22860" marB="13716">
                    <a:solidFill>
                      <a:srgbClr val="F7FAFC"/>
                    </a:solidFill>
                  </a:tcPr>
                </a:tc>
                <a:extLst>
                  <a:ext uri="{0D108BD9-81ED-4DB2-BD59-A6C34878D82A}">
                    <a16:rowId xmlns:a16="http://schemas.microsoft.com/office/drawing/2014/main" val="10002"/>
                  </a:ext>
                </a:extLst>
              </a:tr>
              <a:tr h="621792">
                <a:tc>
                  <a:txBody>
                    <a:bodyPr/>
                    <a:lstStyle/>
                    <a:p>
                      <a:pPr marL="0" indent="0">
                        <a:lnSpc>
                          <a:spcPct val="100000"/>
                        </a:lnSpc>
                        <a:spcBef>
                          <a:spcPts val="0"/>
                        </a:spcBef>
                        <a:defRPr sz="1800" b="0">
                          <a:solidFill>
                            <a:srgbClr val="0E2841"/>
                          </a:solidFill>
                          <a:latin typeface="+mn-lt"/>
                        </a:defRPr>
                      </a:pPr>
                      <a:r>
                        <a:rPr lang="es-MX"/>
                        <a:t>Una fila por matrícula</a:t>
                      </a:r>
                    </a:p>
                  </a:txBody>
                  <a:tcPr marR="54864" marT="22860" marB="13716">
                    <a:solidFill>
                      <a:srgbClr val="EAF5FA"/>
                    </a:solidFill>
                  </a:tcPr>
                </a:tc>
                <a:tc>
                  <a:txBody>
                    <a:bodyPr/>
                    <a:lstStyle/>
                    <a:p>
                      <a:pPr marL="0" indent="0">
                        <a:lnSpc>
                          <a:spcPct val="100000"/>
                        </a:lnSpc>
                        <a:spcBef>
                          <a:spcPts val="0"/>
                        </a:spcBef>
                        <a:defRPr sz="1800" b="0">
                          <a:solidFill>
                            <a:srgbClr val="0E2841"/>
                          </a:solidFill>
                          <a:latin typeface="+mn-lt"/>
                        </a:defRPr>
                      </a:pPr>
                      <a:r>
                        <a:rPr lang="es-MX"/>
                        <a:t>Copias exactas vs. contradicciones</a:t>
                      </a:r>
                    </a:p>
                  </a:txBody>
                  <a:tcPr marR="54864" marT="22860" marB="13716">
                    <a:solidFill>
                      <a:srgbClr val="EAF5FA"/>
                    </a:solidFill>
                  </a:tcPr>
                </a:tc>
                <a:tc>
                  <a:txBody>
                    <a:bodyPr/>
                    <a:lstStyle/>
                    <a:p>
                      <a:pPr marL="0" indent="0">
                        <a:lnSpc>
                          <a:spcPct val="100000"/>
                        </a:lnSpc>
                        <a:spcBef>
                          <a:spcPts val="0"/>
                        </a:spcBef>
                        <a:defRPr sz="1800" b="0">
                          <a:solidFill>
                            <a:srgbClr val="0E2841"/>
                          </a:solidFill>
                          <a:latin typeface="+mn-lt"/>
                        </a:defRPr>
                      </a:pPr>
                      <a:r>
                        <a:rPr lang="es-MX"/>
                        <a:t>Netos antes del cruce</a:t>
                      </a:r>
                    </a:p>
                  </a:txBody>
                  <a:tcPr marR="54864" marT="22860" marB="13716">
                    <a:solidFill>
                      <a:srgbClr val="EAF5FA"/>
                    </a:solidFill>
                  </a:tcPr>
                </a:tc>
                <a:extLst>
                  <a:ext uri="{0D108BD9-81ED-4DB2-BD59-A6C34878D82A}">
                    <a16:rowId xmlns:a16="http://schemas.microsoft.com/office/drawing/2014/main" val="10003"/>
                  </a:ext>
                </a:extLst>
              </a:tr>
            </a:tbl>
          </a:graphicData>
        </a:graphic>
      </p:graphicFrame>
      <p:sp>
        <p:nvSpPr>
          <p:cNvPr id="4" name="TextBox 3"/>
          <p:cNvSpPr txBox="1"/>
          <p:nvPr/>
        </p:nvSpPr>
        <p:spPr>
          <a:xfrm>
            <a:off x="868680" y="4754880"/>
            <a:ext cx="10424160" cy="369332"/>
          </a:xfrm>
          <a:prstGeom prst="rect">
            <a:avLst/>
          </a:prstGeom>
          <a:noFill/>
        </p:spPr>
        <p:txBody>
          <a:bodyPr wrap="square" lIns="0" tIns="0" rIns="0" bIns="0">
            <a:spAutoFit/>
          </a:bodyPr>
          <a:lstStyle/>
          <a:p>
            <a:pPr marL="0" indent="0">
              <a:lnSpc>
                <a:spcPct val="100000"/>
              </a:lnSpc>
              <a:spcBef>
                <a:spcPts val="0"/>
              </a:spcBef>
              <a:defRPr sz="2400" b="1">
                <a:solidFill>
                  <a:srgbClr val="1D4093"/>
                </a:solidFill>
                <a:latin typeface="+mn-lt"/>
              </a:defRPr>
            </a:pPr>
            <a:r>
              <a:t>Pandas puede emparejar llaves nulas.</a:t>
            </a:r>
            <a:endParaRPr lang="es-MX"/>
          </a:p>
        </p:txBody>
      </p:sp>
      <p:sp>
        <p:nvSpPr>
          <p:cNvPr id="5" name="TextBox 4"/>
          <p:cNvSpPr txBox="1"/>
          <p:nvPr/>
        </p:nvSpPr>
        <p:spPr>
          <a:xfrm>
            <a:off x="868680" y="5349240"/>
            <a:ext cx="10424160" cy="307777"/>
          </a:xfrm>
          <a:prstGeom prst="rect">
            <a:avLst/>
          </a:prstGeom>
          <a:noFill/>
        </p:spPr>
        <p:txBody>
          <a:bodyPr wrap="square" lIns="0" tIns="0" rIns="0" bIns="0">
            <a:spAutoFit/>
          </a:bodyPr>
          <a:lstStyle/>
          <a:p>
            <a:pPr marL="0" indent="0">
              <a:lnSpc>
                <a:spcPct val="100000"/>
              </a:lnSpc>
              <a:spcBef>
                <a:spcPts val="0"/>
              </a:spcBef>
              <a:defRPr sz="2000" b="0">
                <a:solidFill>
                  <a:srgbClr val="0E2841"/>
                </a:solidFill>
                <a:latin typeface="+mn-lt"/>
              </a:defRPr>
            </a:pPr>
            <a:r>
              <a:t>Excluir llaves vacías de maestros. No convertirlas en un valor común.</a:t>
            </a:r>
            <a:endParaRPr lang="es-MX"/>
          </a:p>
        </p:txBody>
      </p:sp>
    </p:spTree>
    <p:extLst>
      <p:ext uri="{BB962C8B-B14F-4D97-AF65-F5344CB8AC3E}">
        <p14:creationId xmlns:p14="http://schemas.microsoft.com/office/powerpoint/2010/main" val="3552669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3BCD79A-E1B8-5AE3-163B-84428F6EC18B}"/>
              </a:ext>
            </a:extLst>
          </p:cNvPr>
          <p:cNvSpPr>
            <a:spLocks noGrp="1"/>
          </p:cNvSpPr>
          <p:nvPr>
            <p:ph type="title"/>
          </p:nvPr>
        </p:nvSpPr>
        <p:spPr/>
        <p:txBody>
          <a:bodyPr wrap="square" lIns="0" tIns="0" rIns="0" bIns="0"/>
          <a:lstStyle/>
          <a:p>
            <a:pPr marL="0" indent="0">
              <a:lnSpc>
                <a:spcPct val="105000"/>
              </a:lnSpc>
              <a:spcBef>
                <a:spcPts val="0"/>
              </a:spcBef>
              <a:spcAft>
                <a:spcPts val="700"/>
              </a:spcAft>
              <a:buNone/>
              <a:defRPr sz="6000" b="1">
                <a:solidFill>
                  <a:srgbClr val="1D4093"/>
                </a:solidFill>
                <a:latin typeface="+mn-lt"/>
              </a:defRPr>
            </a:pPr>
            <a:r>
              <a:t>Descanso</a:t>
            </a:r>
            <a:endParaRPr lang="es-MX"/>
          </a:p>
          <a:p>
            <a:pPr marL="0" indent="0">
              <a:lnSpc>
                <a:spcPct val="105000"/>
              </a:lnSpc>
              <a:spcBef>
                <a:spcPts val="0"/>
              </a:spcBef>
              <a:spcAft>
                <a:spcPts val="700"/>
              </a:spcAft>
              <a:buNone/>
              <a:defRPr sz="6000" b="1">
                <a:solidFill>
                  <a:srgbClr val="1D4093"/>
                </a:solidFill>
                <a:latin typeface="+mn-lt"/>
              </a:defRPr>
            </a:pPr>
            <a:r>
              <a:t>20 minutos</a:t>
            </a:r>
            <a:endParaRPr lang="es-MX"/>
          </a:p>
        </p:txBody>
      </p:sp>
      <p:sp>
        <p:nvSpPr>
          <p:cNvPr id="8" name="Text Placeholder 7">
            <a:extLst>
              <a:ext uri="{FF2B5EF4-FFF2-40B4-BE49-F238E27FC236}">
                <a16:creationId xmlns:a16="http://schemas.microsoft.com/office/drawing/2014/main" id="{9B8C47F5-1365-25C3-7ED7-BFD1AEE5314C}"/>
              </a:ext>
            </a:extLst>
          </p:cNvPr>
          <p:cNvSpPr>
            <a:spLocks noGrp="1"/>
          </p:cNvSpPr>
          <p:nvPr>
            <p:ph type="body" idx="1"/>
          </p:nvPr>
        </p:nvSpPr>
        <p:spPr/>
        <p:txBody>
          <a:bodyPr wrap="square" lIns="0" tIns="0" rIns="0" bIns="0"/>
          <a:lstStyle/>
          <a:p>
            <a:pPr marL="0" indent="0">
              <a:lnSpc>
                <a:spcPct val="105000"/>
              </a:lnSpc>
              <a:spcBef>
                <a:spcPts val="0"/>
              </a:spcBef>
              <a:spcAft>
                <a:spcPts val="700"/>
              </a:spcAft>
              <a:buNone/>
              <a:defRPr sz="2400" b="0">
                <a:solidFill>
                  <a:srgbClr val="0E2841"/>
                </a:solidFill>
                <a:latin typeface="+mn-lt"/>
              </a:defRPr>
            </a:pPr>
            <a:r>
              <a:t>Al volver: archivos de Clase 10 en Drive y Google Colab abierto.</a:t>
            </a:r>
            <a:endParaRPr lang="es-MX"/>
          </a:p>
        </p:txBody>
      </p:sp>
    </p:spTree>
    <p:extLst>
      <p:ext uri="{BB962C8B-B14F-4D97-AF65-F5344CB8AC3E}">
        <p14:creationId xmlns:p14="http://schemas.microsoft.com/office/powerpoint/2010/main" val="6591320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AF289-A52A-C633-12F2-24C0B11D6253}"/>
              </a:ext>
            </a:extLst>
          </p:cNvPr>
          <p:cNvSpPr>
            <a:spLocks noGrp="1"/>
          </p:cNvSpPr>
          <p:nvPr>
            <p:ph type="title"/>
          </p:nvPr>
        </p:nvSpPr>
        <p:spPr/>
        <p:txBody>
          <a:bodyPr wrap="square" lIns="0" tIns="0" rIns="0" bIns="0"/>
          <a:lstStyle/>
          <a:p>
            <a:pPr marL="0" indent="0">
              <a:lnSpc>
                <a:spcPct val="100000"/>
              </a:lnSpc>
              <a:spcBef>
                <a:spcPts val="0"/>
              </a:spcBef>
              <a:defRPr sz="3200" b="1">
                <a:solidFill>
                  <a:srgbClr val="1D4093"/>
                </a:solidFill>
                <a:latin typeface="+mn-lt"/>
              </a:defRPr>
            </a:pPr>
            <a:r>
              <a:rPr lang="es-MX" sz="3200"/>
              <a:t>Un merge con contrato</a:t>
            </a:r>
          </a:p>
        </p:txBody>
      </p:sp>
      <p:sp>
        <p:nvSpPr>
          <p:cNvPr id="3" name="TextBox 2"/>
          <p:cNvSpPr txBox="1"/>
          <p:nvPr/>
        </p:nvSpPr>
        <p:spPr>
          <a:xfrm>
            <a:off x="868680" y="1783080"/>
            <a:ext cx="6629400" cy="1538883"/>
          </a:xfrm>
          <a:prstGeom prst="rect">
            <a:avLst/>
          </a:prstGeom>
          <a:noFill/>
        </p:spPr>
        <p:txBody>
          <a:bodyPr wrap="square" lIns="0" tIns="0" rIns="0" bIns="0">
            <a:spAutoFit/>
          </a:bodyPr>
          <a:lstStyle/>
          <a:p>
            <a:pPr marL="0" indent="0">
              <a:lnSpc>
                <a:spcPct val="100000"/>
              </a:lnSpc>
              <a:spcBef>
                <a:spcPts val="0"/>
              </a:spcBef>
              <a:defRPr sz="2000" b="0">
                <a:solidFill>
                  <a:srgbClr val="1D4093"/>
                </a:solidFill>
                <a:latin typeface="+mn-lt"/>
              </a:defRPr>
            </a:pPr>
            <a:r>
              <a:t>resultado = matriculas.merge(</a:t>
            </a:r>
            <a:endParaRPr lang="es-MX"/>
          </a:p>
          <a:p>
            <a:pPr marL="0" indent="0">
              <a:lnSpc>
                <a:spcPct val="100000"/>
              </a:lnSpc>
              <a:spcBef>
                <a:spcPts val="0"/>
              </a:spcBef>
              <a:defRPr sz="2000" b="0">
                <a:solidFill>
                  <a:srgbClr val="1D4093"/>
                </a:solidFill>
                <a:latin typeface="+mn-lt"/>
              </a:defRPr>
            </a:pPr>
            <a:r>
              <a:t>    estudiantes, on="id_estudiante", how="left",</a:t>
            </a:r>
            <a:endParaRPr lang="es-MX"/>
          </a:p>
          <a:p>
            <a:pPr marL="0" indent="0">
              <a:lnSpc>
                <a:spcPct val="100000"/>
              </a:lnSpc>
              <a:spcBef>
                <a:spcPts val="0"/>
              </a:spcBef>
              <a:defRPr sz="2000" b="0">
                <a:solidFill>
                  <a:srgbClr val="1D4093"/>
                </a:solidFill>
                <a:latin typeface="+mn-lt"/>
              </a:defRPr>
            </a:pPr>
            <a:r>
              <a:t>    validate="many_to_one",</a:t>
            </a:r>
            <a:endParaRPr lang="es-MX"/>
          </a:p>
          <a:p>
            <a:pPr marL="0" indent="0">
              <a:lnSpc>
                <a:spcPct val="100000"/>
              </a:lnSpc>
              <a:spcBef>
                <a:spcPts val="0"/>
              </a:spcBef>
              <a:defRPr sz="2000" b="0">
                <a:solidFill>
                  <a:srgbClr val="1D4093"/>
                </a:solidFill>
                <a:latin typeface="+mn-lt"/>
              </a:defRPr>
            </a:pPr>
            <a:r>
              <a:t>    indicator="cruce_estudiante"</a:t>
            </a:r>
            <a:endParaRPr lang="es-MX"/>
          </a:p>
          <a:p>
            <a:pPr marL="0" indent="0">
              <a:lnSpc>
                <a:spcPct val="100000"/>
              </a:lnSpc>
              <a:spcBef>
                <a:spcPts val="0"/>
              </a:spcBef>
              <a:defRPr sz="2000" b="0">
                <a:solidFill>
                  <a:srgbClr val="1D4093"/>
                </a:solidFill>
                <a:latin typeface="+mn-lt"/>
              </a:defRPr>
            </a:pPr>
            <a:r>
              <a:t>)</a:t>
            </a:r>
            <a:endParaRPr lang="es-MX"/>
          </a:p>
        </p:txBody>
      </p:sp>
      <p:sp>
        <p:nvSpPr>
          <p:cNvPr id="4" name="TextBox 3"/>
          <p:cNvSpPr txBox="1"/>
          <p:nvPr/>
        </p:nvSpPr>
        <p:spPr>
          <a:xfrm>
            <a:off x="7863840" y="1920240"/>
            <a:ext cx="3474720" cy="1231106"/>
          </a:xfrm>
          <a:prstGeom prst="rect">
            <a:avLst/>
          </a:prstGeom>
          <a:noFill/>
        </p:spPr>
        <p:txBody>
          <a:bodyPr wrap="square" lIns="0" tIns="0" rIns="0" bIns="0">
            <a:spAutoFit/>
          </a:bodyPr>
          <a:lstStyle/>
          <a:p>
            <a:pPr marL="0" indent="0">
              <a:lnSpc>
                <a:spcPct val="100000"/>
              </a:lnSpc>
              <a:spcBef>
                <a:spcPts val="0"/>
              </a:spcBef>
              <a:defRPr sz="2000" b="0">
                <a:solidFill>
                  <a:srgbClr val="0E2841"/>
                </a:solidFill>
                <a:latin typeface="+mn-lt"/>
              </a:defRPr>
            </a:pPr>
            <a:r>
              <a:t>Entrada: minitablas de referencia.</a:t>
            </a:r>
            <a:endParaRPr lang="es-MX"/>
          </a:p>
          <a:p>
            <a:pPr marL="0" indent="0">
              <a:lnSpc>
                <a:spcPct val="100000"/>
              </a:lnSpc>
              <a:spcBef>
                <a:spcPts val="0"/>
              </a:spcBef>
              <a:defRPr sz="2000" b="0">
                <a:solidFill>
                  <a:srgbClr val="0E2841"/>
                </a:solidFill>
                <a:latin typeface="+mn-lt"/>
              </a:defRPr>
            </a:pPr>
            <a:r>
              <a:t>Salida esperada: L1, L2 y L3.</a:t>
            </a:r>
            <a:endParaRPr lang="es-MX"/>
          </a:p>
          <a:p>
            <a:pPr marL="0" indent="0">
              <a:lnSpc>
                <a:spcPct val="100000"/>
              </a:lnSpc>
              <a:spcBef>
                <a:spcPts val="0"/>
              </a:spcBef>
              <a:defRPr sz="2000" b="0">
                <a:solidFill>
                  <a:srgbClr val="0E2841"/>
                </a:solidFill>
                <a:latin typeface="+mn-lt"/>
              </a:defRPr>
            </a:pPr>
            <a:r>
              <a:t>L3 queda pendiente.</a:t>
            </a:r>
            <a:endParaRPr lang="es-MX"/>
          </a:p>
        </p:txBody>
      </p:sp>
      <p:graphicFrame>
        <p:nvGraphicFramePr>
          <p:cNvPr id="5" name="Table 4"/>
          <p:cNvGraphicFramePr>
            <a:graphicFrameLocks noGrp="1"/>
          </p:cNvGraphicFramePr>
          <p:nvPr>
            <p:extLst>
              <p:ext uri="{D42A27DB-BD31-4B8C-83A1-F6EECF244321}">
                <p14:modId xmlns:p14="http://schemas.microsoft.com/office/powerpoint/2010/main" val="3400768063"/>
              </p:ext>
            </p:extLst>
          </p:nvPr>
        </p:nvGraphicFramePr>
        <p:xfrm>
          <a:off x="868680" y="4114800"/>
          <a:ext cx="6675120" cy="1554480"/>
        </p:xfrm>
        <a:graphic>
          <a:graphicData uri="http://schemas.openxmlformats.org/drawingml/2006/table">
            <a:tbl>
              <a:tblPr firstRow="1" bandRow="1">
                <a:tableStyleId>{5C22544A-7EE6-4342-B048-85BDC9FD1C3A}</a:tableStyleId>
              </a:tblPr>
              <a:tblGrid>
                <a:gridCol w="2085975">
                  <a:extLst>
                    <a:ext uri="{9D8B030D-6E8A-4147-A177-3AD203B41FA5}">
                      <a16:colId xmlns:a16="http://schemas.microsoft.com/office/drawing/2014/main" val="20000"/>
                    </a:ext>
                  </a:extLst>
                </a:gridCol>
                <a:gridCol w="4589145">
                  <a:extLst>
                    <a:ext uri="{9D8B030D-6E8A-4147-A177-3AD203B41FA5}">
                      <a16:colId xmlns:a16="http://schemas.microsoft.com/office/drawing/2014/main" val="20001"/>
                    </a:ext>
                  </a:extLst>
                </a:gridCol>
              </a:tblGrid>
              <a:tr h="310896">
                <a:tc>
                  <a:txBody>
                    <a:bodyPr/>
                    <a:lstStyle/>
                    <a:p>
                      <a:pPr marL="0" indent="0">
                        <a:lnSpc>
                          <a:spcPct val="100000"/>
                        </a:lnSpc>
                        <a:spcBef>
                          <a:spcPts val="0"/>
                        </a:spcBef>
                        <a:defRPr sz="1800" b="1">
                          <a:solidFill>
                            <a:srgbClr val="FFFFFF"/>
                          </a:solidFill>
                          <a:latin typeface="+mn-lt"/>
                        </a:defRPr>
                      </a:pPr>
                      <a:r>
                        <a:rPr lang="es-MX"/>
                        <a:t>Parámetro</a:t>
                      </a:r>
                    </a:p>
                  </a:txBody>
                  <a:tcPr marR="54864" marT="22860" marB="13716">
                    <a:solidFill>
                      <a:srgbClr val="1D4093"/>
                    </a:solidFill>
                  </a:tcPr>
                </a:tc>
                <a:tc>
                  <a:txBody>
                    <a:bodyPr/>
                    <a:lstStyle/>
                    <a:p>
                      <a:pPr marL="0" indent="0">
                        <a:lnSpc>
                          <a:spcPct val="100000"/>
                        </a:lnSpc>
                        <a:spcBef>
                          <a:spcPts val="0"/>
                        </a:spcBef>
                        <a:defRPr sz="1800" b="1">
                          <a:solidFill>
                            <a:srgbClr val="FFFFFF"/>
                          </a:solidFill>
                          <a:latin typeface="+mn-lt"/>
                        </a:defRPr>
                      </a:pPr>
                      <a:r>
                        <a:rPr lang="es-MX"/>
                        <a:t>Qué declara</a:t>
                      </a:r>
                    </a:p>
                  </a:txBody>
                  <a:tcPr marR="54864" marT="22860" marB="13716">
                    <a:solidFill>
                      <a:srgbClr val="1D4093"/>
                    </a:solidFill>
                  </a:tcPr>
                </a:tc>
                <a:extLst>
                  <a:ext uri="{0D108BD9-81ED-4DB2-BD59-A6C34878D82A}">
                    <a16:rowId xmlns:a16="http://schemas.microsoft.com/office/drawing/2014/main" val="10000"/>
                  </a:ext>
                </a:extLst>
              </a:tr>
              <a:tr h="310896">
                <a:tc>
                  <a:txBody>
                    <a:bodyPr/>
                    <a:lstStyle/>
                    <a:p>
                      <a:pPr marL="0" indent="0">
                        <a:lnSpc>
                          <a:spcPct val="100000"/>
                        </a:lnSpc>
                        <a:spcBef>
                          <a:spcPts val="0"/>
                        </a:spcBef>
                        <a:defRPr sz="1800" b="0">
                          <a:solidFill>
                            <a:srgbClr val="0E2841"/>
                          </a:solidFill>
                          <a:latin typeface="+mn-lt"/>
                        </a:defRPr>
                      </a:pPr>
                      <a:r>
                        <a:rPr lang="es-MX"/>
                        <a:t>on</a:t>
                      </a:r>
                    </a:p>
                  </a:txBody>
                  <a:tcPr marR="54864" marT="22860" marB="13716">
                    <a:solidFill>
                      <a:srgbClr val="EAF5FA"/>
                    </a:solidFill>
                  </a:tcPr>
                </a:tc>
                <a:tc>
                  <a:txBody>
                    <a:bodyPr/>
                    <a:lstStyle/>
                    <a:p>
                      <a:pPr marL="0" indent="0">
                        <a:lnSpc>
                          <a:spcPct val="100000"/>
                        </a:lnSpc>
                        <a:spcBef>
                          <a:spcPts val="0"/>
                        </a:spcBef>
                        <a:defRPr sz="1800" b="0">
                          <a:solidFill>
                            <a:srgbClr val="0E2841"/>
                          </a:solidFill>
                          <a:latin typeface="+mn-lt"/>
                        </a:defRPr>
                      </a:pPr>
                      <a:r>
                        <a:rPr lang="es-MX"/>
                        <a:t>Llave de correspondencia</a:t>
                      </a:r>
                    </a:p>
                  </a:txBody>
                  <a:tcPr marR="54864" marT="22860" marB="13716">
                    <a:solidFill>
                      <a:srgbClr val="EAF5FA"/>
                    </a:solidFill>
                  </a:tcPr>
                </a:tc>
                <a:extLst>
                  <a:ext uri="{0D108BD9-81ED-4DB2-BD59-A6C34878D82A}">
                    <a16:rowId xmlns:a16="http://schemas.microsoft.com/office/drawing/2014/main" val="10001"/>
                  </a:ext>
                </a:extLst>
              </a:tr>
              <a:tr h="310896">
                <a:tc>
                  <a:txBody>
                    <a:bodyPr/>
                    <a:lstStyle/>
                    <a:p>
                      <a:pPr marL="0" indent="0">
                        <a:lnSpc>
                          <a:spcPct val="100000"/>
                        </a:lnSpc>
                        <a:spcBef>
                          <a:spcPts val="0"/>
                        </a:spcBef>
                        <a:defRPr sz="1800" b="0">
                          <a:solidFill>
                            <a:srgbClr val="0E2841"/>
                          </a:solidFill>
                          <a:latin typeface="+mn-lt"/>
                        </a:defRPr>
                      </a:pPr>
                      <a:r>
                        <a:rPr lang="es-MX"/>
                        <a:t>how</a:t>
                      </a:r>
                    </a:p>
                  </a:txBody>
                  <a:tcPr marR="54864" marT="22860" marB="13716">
                    <a:solidFill>
                      <a:srgbClr val="F7FAFC"/>
                    </a:solidFill>
                  </a:tcPr>
                </a:tc>
                <a:tc>
                  <a:txBody>
                    <a:bodyPr/>
                    <a:lstStyle/>
                    <a:p>
                      <a:pPr marL="0" indent="0">
                        <a:lnSpc>
                          <a:spcPct val="100000"/>
                        </a:lnSpc>
                        <a:spcBef>
                          <a:spcPts val="0"/>
                        </a:spcBef>
                        <a:defRPr sz="1800" b="0">
                          <a:solidFill>
                            <a:srgbClr val="0E2841"/>
                          </a:solidFill>
                          <a:latin typeface="+mn-lt"/>
                        </a:defRPr>
                      </a:pPr>
                      <a:r>
                        <a:rPr lang="es-MX"/>
                        <a:t>Universo de matrículas</a:t>
                      </a:r>
                    </a:p>
                  </a:txBody>
                  <a:tcPr marR="54864" marT="22860" marB="13716">
                    <a:solidFill>
                      <a:srgbClr val="F7FAFC"/>
                    </a:solidFill>
                  </a:tcPr>
                </a:tc>
                <a:extLst>
                  <a:ext uri="{0D108BD9-81ED-4DB2-BD59-A6C34878D82A}">
                    <a16:rowId xmlns:a16="http://schemas.microsoft.com/office/drawing/2014/main" val="10002"/>
                  </a:ext>
                </a:extLst>
              </a:tr>
              <a:tr h="310896">
                <a:tc>
                  <a:txBody>
                    <a:bodyPr/>
                    <a:lstStyle/>
                    <a:p>
                      <a:pPr marL="0" indent="0">
                        <a:lnSpc>
                          <a:spcPct val="100000"/>
                        </a:lnSpc>
                        <a:spcBef>
                          <a:spcPts val="0"/>
                        </a:spcBef>
                        <a:defRPr sz="1800" b="0">
                          <a:solidFill>
                            <a:srgbClr val="0E2841"/>
                          </a:solidFill>
                          <a:latin typeface="+mn-lt"/>
                        </a:defRPr>
                      </a:pPr>
                      <a:r>
                        <a:rPr lang="es-MX"/>
                        <a:t>validate</a:t>
                      </a:r>
                    </a:p>
                  </a:txBody>
                  <a:tcPr marR="54864" marT="22860" marB="13716">
                    <a:solidFill>
                      <a:srgbClr val="EAF5FA"/>
                    </a:solidFill>
                  </a:tcPr>
                </a:tc>
                <a:tc>
                  <a:txBody>
                    <a:bodyPr/>
                    <a:lstStyle/>
                    <a:p>
                      <a:pPr marL="0" indent="0">
                        <a:lnSpc>
                          <a:spcPct val="100000"/>
                        </a:lnSpc>
                        <a:spcBef>
                          <a:spcPts val="0"/>
                        </a:spcBef>
                        <a:defRPr sz="1800" b="0">
                          <a:solidFill>
                            <a:srgbClr val="0E2841"/>
                          </a:solidFill>
                          <a:latin typeface="+mn-lt"/>
                        </a:defRPr>
                      </a:pPr>
                      <a:r>
                        <a:rPr lang="es-MX"/>
                        <a:t>Unicidad de la derecha</a:t>
                      </a:r>
                    </a:p>
                  </a:txBody>
                  <a:tcPr marR="54864" marT="22860" marB="13716">
                    <a:solidFill>
                      <a:srgbClr val="EAF5FA"/>
                    </a:solidFill>
                  </a:tcPr>
                </a:tc>
                <a:extLst>
                  <a:ext uri="{0D108BD9-81ED-4DB2-BD59-A6C34878D82A}">
                    <a16:rowId xmlns:a16="http://schemas.microsoft.com/office/drawing/2014/main" val="10003"/>
                  </a:ext>
                </a:extLst>
              </a:tr>
              <a:tr h="310896">
                <a:tc>
                  <a:txBody>
                    <a:bodyPr/>
                    <a:lstStyle/>
                    <a:p>
                      <a:pPr marL="0" indent="0">
                        <a:lnSpc>
                          <a:spcPct val="100000"/>
                        </a:lnSpc>
                        <a:spcBef>
                          <a:spcPts val="0"/>
                        </a:spcBef>
                        <a:defRPr sz="1800" b="0">
                          <a:solidFill>
                            <a:srgbClr val="0E2841"/>
                          </a:solidFill>
                          <a:latin typeface="+mn-lt"/>
                        </a:defRPr>
                      </a:pPr>
                      <a:r>
                        <a:rPr lang="es-MX"/>
                        <a:t>indicator</a:t>
                      </a:r>
                    </a:p>
                  </a:txBody>
                  <a:tcPr marR="54864" marT="22860" marB="13716">
                    <a:solidFill>
                      <a:srgbClr val="F7FAFC"/>
                    </a:solidFill>
                  </a:tcPr>
                </a:tc>
                <a:tc>
                  <a:txBody>
                    <a:bodyPr/>
                    <a:lstStyle/>
                    <a:p>
                      <a:pPr marL="0" indent="0">
                        <a:lnSpc>
                          <a:spcPct val="100000"/>
                        </a:lnSpc>
                        <a:spcBef>
                          <a:spcPts val="0"/>
                        </a:spcBef>
                        <a:defRPr sz="1800" b="0">
                          <a:solidFill>
                            <a:srgbClr val="0E2841"/>
                          </a:solidFill>
                          <a:latin typeface="+mn-lt"/>
                        </a:defRPr>
                      </a:pPr>
                      <a:r>
                        <a:rPr lang="es-MX"/>
                        <a:t>Estado de cada cruce</a:t>
                      </a:r>
                    </a:p>
                  </a:txBody>
                  <a:tcPr marR="54864" marT="22860" marB="13716">
                    <a:solidFill>
                      <a:srgbClr val="F7FAFC"/>
                    </a:solidFill>
                  </a:tcPr>
                </a:tc>
                <a:extLst>
                  <a:ext uri="{0D108BD9-81ED-4DB2-BD59-A6C34878D82A}">
                    <a16:rowId xmlns:a16="http://schemas.microsoft.com/office/drawing/2014/main" val="10004"/>
                  </a:ext>
                </a:extLst>
              </a:tr>
            </a:tbl>
          </a:graphicData>
        </a:graphic>
      </p:graphicFrame>
      <p:sp>
        <p:nvSpPr>
          <p:cNvPr id="6" name="TextBox 5"/>
          <p:cNvSpPr txBox="1"/>
          <p:nvPr/>
        </p:nvSpPr>
        <p:spPr>
          <a:xfrm>
            <a:off x="7863840" y="3931920"/>
            <a:ext cx="3474720" cy="1462452"/>
          </a:xfrm>
          <a:prstGeom prst="rect">
            <a:avLst/>
          </a:prstGeom>
          <a:noFill/>
        </p:spPr>
        <p:txBody>
          <a:bodyPr wrap="square" lIns="0" tIns="0" rIns="0" bIns="0">
            <a:spAutoFit/>
          </a:bodyPr>
          <a:lstStyle/>
          <a:p>
            <a:pPr marL="0" indent="0">
              <a:lnSpc>
                <a:spcPct val="105000"/>
              </a:lnSpc>
              <a:spcBef>
                <a:spcPts val="0"/>
              </a:spcBef>
              <a:spcAft>
                <a:spcPts val="700"/>
              </a:spcAft>
              <a:buNone/>
              <a:defRPr sz="2000" b="0">
                <a:solidFill>
                  <a:srgbClr val="1D4093"/>
                </a:solidFill>
                <a:latin typeface="+mn-lt"/>
              </a:defRPr>
            </a:pPr>
            <a:r>
              <a:t>MergeError invita a revisar.</a:t>
            </a:r>
            <a:endParaRPr lang="es-MX"/>
          </a:p>
          <a:p>
            <a:pPr marL="0" indent="0">
              <a:lnSpc>
                <a:spcPct val="105000"/>
              </a:lnSpc>
              <a:spcBef>
                <a:spcPts val="0"/>
              </a:spcBef>
              <a:spcAft>
                <a:spcPts val="700"/>
              </a:spcAft>
              <a:buNone/>
              <a:defRPr sz="2000" b="0">
                <a:solidFill>
                  <a:srgbClr val="1D4093"/>
                </a:solidFill>
                <a:latin typeface="+mn-lt"/>
              </a:defRPr>
            </a:pPr>
            <a:endParaRPr lang="es-MX"/>
          </a:p>
          <a:p>
            <a:pPr marL="0" indent="0">
              <a:lnSpc>
                <a:spcPct val="105000"/>
              </a:lnSpc>
              <a:spcBef>
                <a:spcPts val="0"/>
              </a:spcBef>
              <a:spcAft>
                <a:spcPts val="700"/>
              </a:spcAft>
              <a:buNone/>
              <a:defRPr sz="2000" b="0">
                <a:solidFill>
                  <a:srgbClr val="1D4093"/>
                </a:solidFill>
                <a:latin typeface="+mn-lt"/>
              </a:defRPr>
            </a:pPr>
            <a:r>
              <a:t>La validación no garantiza cobertura ni una llave correcta.</a:t>
            </a:r>
            <a:endParaRPr lang="es-MX"/>
          </a:p>
        </p:txBody>
      </p:sp>
    </p:spTree>
    <p:extLst>
      <p:ext uri="{BB962C8B-B14F-4D97-AF65-F5344CB8AC3E}">
        <p14:creationId xmlns:p14="http://schemas.microsoft.com/office/powerpoint/2010/main" val="3552669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AF289-A52A-C633-12F2-24C0B11D6253}"/>
              </a:ext>
            </a:extLst>
          </p:cNvPr>
          <p:cNvSpPr>
            <a:spLocks noGrp="1"/>
          </p:cNvSpPr>
          <p:nvPr>
            <p:ph type="title"/>
          </p:nvPr>
        </p:nvSpPr>
        <p:spPr/>
        <p:txBody>
          <a:bodyPr wrap="square" lIns="0" tIns="0" rIns="0" bIns="0"/>
          <a:lstStyle/>
          <a:p>
            <a:pPr marL="0" indent="0">
              <a:lnSpc>
                <a:spcPct val="100000"/>
              </a:lnSpc>
              <a:spcBef>
                <a:spcPts val="0"/>
              </a:spcBef>
              <a:defRPr sz="3200" b="1">
                <a:solidFill>
                  <a:srgbClr val="1D4093"/>
                </a:solidFill>
                <a:latin typeface="+mn-lt"/>
              </a:defRPr>
            </a:pPr>
            <a:r>
              <a:rPr lang="es-MX" sz="3200"/>
              <a:t>Registros emparejados y pendientes</a:t>
            </a:r>
          </a:p>
        </p:txBody>
      </p:sp>
      <p:graphicFrame>
        <p:nvGraphicFramePr>
          <p:cNvPr id="3" name="Table 2"/>
          <p:cNvGraphicFramePr>
            <a:graphicFrameLocks noGrp="1"/>
          </p:cNvGraphicFramePr>
          <p:nvPr>
            <p:extLst>
              <p:ext uri="{D42A27DB-BD31-4B8C-83A1-F6EECF244321}">
                <p14:modId xmlns:p14="http://schemas.microsoft.com/office/powerpoint/2010/main" val="1777342835"/>
              </p:ext>
            </p:extLst>
          </p:nvPr>
        </p:nvGraphicFramePr>
        <p:xfrm>
          <a:off x="868680" y="1828800"/>
          <a:ext cx="10424159" cy="2267712"/>
        </p:xfrm>
        <a:graphic>
          <a:graphicData uri="http://schemas.openxmlformats.org/drawingml/2006/table">
            <a:tbl>
              <a:tblPr firstRow="1" bandRow="1">
                <a:tableStyleId>{5C22544A-7EE6-4342-B048-85BDC9FD1C3A}</a:tableStyleId>
              </a:tblPr>
              <a:tblGrid>
                <a:gridCol w="2392430">
                  <a:extLst>
                    <a:ext uri="{9D8B030D-6E8A-4147-A177-3AD203B41FA5}">
                      <a16:colId xmlns:a16="http://schemas.microsoft.com/office/drawing/2014/main" val="20000"/>
                    </a:ext>
                  </a:extLst>
                </a:gridCol>
                <a:gridCol w="5810187">
                  <a:extLst>
                    <a:ext uri="{9D8B030D-6E8A-4147-A177-3AD203B41FA5}">
                      <a16:colId xmlns:a16="http://schemas.microsoft.com/office/drawing/2014/main" val="20001"/>
                    </a:ext>
                  </a:extLst>
                </a:gridCol>
                <a:gridCol w="2221542">
                  <a:extLst>
                    <a:ext uri="{9D8B030D-6E8A-4147-A177-3AD203B41FA5}">
                      <a16:colId xmlns:a16="http://schemas.microsoft.com/office/drawing/2014/main" val="20002"/>
                    </a:ext>
                  </a:extLst>
                </a:gridCol>
              </a:tblGrid>
              <a:tr h="566928">
                <a:tc>
                  <a:txBody>
                    <a:bodyPr/>
                    <a:lstStyle/>
                    <a:p>
                      <a:pPr marL="0" indent="0">
                        <a:lnSpc>
                          <a:spcPct val="100000"/>
                        </a:lnSpc>
                        <a:spcBef>
                          <a:spcPts val="0"/>
                        </a:spcBef>
                        <a:defRPr sz="1800" b="1">
                          <a:solidFill>
                            <a:srgbClr val="FFFFFF"/>
                          </a:solidFill>
                          <a:latin typeface="+mn-lt"/>
                        </a:defRPr>
                      </a:pPr>
                      <a:r>
                        <a:rPr lang="es-MX"/>
                        <a:t>Indicador</a:t>
                      </a:r>
                    </a:p>
                  </a:txBody>
                  <a:tcPr marR="54864" marT="22860" marB="13716">
                    <a:solidFill>
                      <a:srgbClr val="1D4093"/>
                    </a:solidFill>
                  </a:tcPr>
                </a:tc>
                <a:tc>
                  <a:txBody>
                    <a:bodyPr/>
                    <a:lstStyle/>
                    <a:p>
                      <a:pPr marL="0" indent="0">
                        <a:lnSpc>
                          <a:spcPct val="100000"/>
                        </a:lnSpc>
                        <a:spcBef>
                          <a:spcPts val="0"/>
                        </a:spcBef>
                        <a:defRPr sz="1800" b="1">
                          <a:solidFill>
                            <a:srgbClr val="FFFFFF"/>
                          </a:solidFill>
                          <a:latin typeface="+mn-lt"/>
                        </a:defRPr>
                      </a:pPr>
                      <a:r>
                        <a:rPr lang="es-MX"/>
                        <a:t>Significado</a:t>
                      </a:r>
                    </a:p>
                  </a:txBody>
                  <a:tcPr marR="54864" marT="22860" marB="13716">
                    <a:solidFill>
                      <a:srgbClr val="1D4093"/>
                    </a:solidFill>
                  </a:tcPr>
                </a:tc>
                <a:tc>
                  <a:txBody>
                    <a:bodyPr/>
                    <a:lstStyle/>
                    <a:p>
                      <a:pPr marL="0" indent="0">
                        <a:lnSpc>
                          <a:spcPct val="100000"/>
                        </a:lnSpc>
                        <a:spcBef>
                          <a:spcPts val="0"/>
                        </a:spcBef>
                        <a:defRPr sz="1800" b="1">
                          <a:solidFill>
                            <a:srgbClr val="FFFFFF"/>
                          </a:solidFill>
                          <a:latin typeface="+mn-lt"/>
                        </a:defRPr>
                      </a:pPr>
                      <a:r>
                        <a:rPr lang="es-MX"/>
                        <a:t>En un left</a:t>
                      </a:r>
                    </a:p>
                  </a:txBody>
                  <a:tcPr marR="54864" marT="22860" marB="13716">
                    <a:solidFill>
                      <a:srgbClr val="1D4093"/>
                    </a:solidFill>
                  </a:tcPr>
                </a:tc>
                <a:extLst>
                  <a:ext uri="{0D108BD9-81ED-4DB2-BD59-A6C34878D82A}">
                    <a16:rowId xmlns:a16="http://schemas.microsoft.com/office/drawing/2014/main" val="10000"/>
                  </a:ext>
                </a:extLst>
              </a:tr>
              <a:tr h="566928">
                <a:tc>
                  <a:txBody>
                    <a:bodyPr/>
                    <a:lstStyle/>
                    <a:p>
                      <a:pPr marL="0" indent="0">
                        <a:lnSpc>
                          <a:spcPct val="100000"/>
                        </a:lnSpc>
                        <a:spcBef>
                          <a:spcPts val="0"/>
                        </a:spcBef>
                        <a:defRPr sz="1800" b="0">
                          <a:solidFill>
                            <a:srgbClr val="0E2841"/>
                          </a:solidFill>
                          <a:latin typeface="+mn-lt"/>
                        </a:defRPr>
                      </a:pPr>
                      <a:r>
                        <a:rPr lang="es-MX"/>
                        <a:t>both</a:t>
                      </a:r>
                    </a:p>
                  </a:txBody>
                  <a:tcPr marR="54864" marT="22860" marB="13716">
                    <a:solidFill>
                      <a:srgbClr val="EAF5FA"/>
                    </a:solidFill>
                  </a:tcPr>
                </a:tc>
                <a:tc>
                  <a:txBody>
                    <a:bodyPr/>
                    <a:lstStyle/>
                    <a:p>
                      <a:pPr marL="0" indent="0">
                        <a:lnSpc>
                          <a:spcPct val="100000"/>
                        </a:lnSpc>
                        <a:spcBef>
                          <a:spcPts val="0"/>
                        </a:spcBef>
                        <a:defRPr sz="1800" b="0">
                          <a:solidFill>
                            <a:srgbClr val="0E2841"/>
                          </a:solidFill>
                          <a:latin typeface="+mn-lt"/>
                        </a:defRPr>
                      </a:pPr>
                      <a:r>
                        <a:rPr lang="es-MX"/>
                        <a:t>Llave presente en ambas fuentes</a:t>
                      </a:r>
                    </a:p>
                  </a:txBody>
                  <a:tcPr marR="54864" marT="22860" marB="13716">
                    <a:solidFill>
                      <a:srgbClr val="EAF5FA"/>
                    </a:solidFill>
                  </a:tcPr>
                </a:tc>
                <a:tc>
                  <a:txBody>
                    <a:bodyPr/>
                    <a:lstStyle/>
                    <a:p>
                      <a:pPr marL="0" indent="0">
                        <a:lnSpc>
                          <a:spcPct val="100000"/>
                        </a:lnSpc>
                        <a:spcBef>
                          <a:spcPts val="0"/>
                        </a:spcBef>
                        <a:defRPr sz="1800" b="0">
                          <a:solidFill>
                            <a:srgbClr val="0E2841"/>
                          </a:solidFill>
                          <a:latin typeface="+mn-lt"/>
                        </a:defRPr>
                      </a:pPr>
                      <a:r>
                        <a:rPr lang="es-MX"/>
                        <a:t>Sí</a:t>
                      </a:r>
                    </a:p>
                  </a:txBody>
                  <a:tcPr marR="54864" marT="22860" marB="13716">
                    <a:solidFill>
                      <a:srgbClr val="EAF5FA"/>
                    </a:solidFill>
                  </a:tcPr>
                </a:tc>
                <a:extLst>
                  <a:ext uri="{0D108BD9-81ED-4DB2-BD59-A6C34878D82A}">
                    <a16:rowId xmlns:a16="http://schemas.microsoft.com/office/drawing/2014/main" val="10001"/>
                  </a:ext>
                </a:extLst>
              </a:tr>
              <a:tr h="566928">
                <a:tc>
                  <a:txBody>
                    <a:bodyPr/>
                    <a:lstStyle/>
                    <a:p>
                      <a:pPr marL="0" indent="0">
                        <a:lnSpc>
                          <a:spcPct val="100000"/>
                        </a:lnSpc>
                        <a:spcBef>
                          <a:spcPts val="0"/>
                        </a:spcBef>
                        <a:defRPr sz="1800" b="0">
                          <a:solidFill>
                            <a:srgbClr val="0E2841"/>
                          </a:solidFill>
                          <a:latin typeface="+mn-lt"/>
                        </a:defRPr>
                      </a:pPr>
                      <a:r>
                        <a:rPr lang="es-MX"/>
                        <a:t>left_only</a:t>
                      </a:r>
                    </a:p>
                  </a:txBody>
                  <a:tcPr marR="54864" marT="22860" marB="13716">
                    <a:solidFill>
                      <a:srgbClr val="F7FAFC"/>
                    </a:solidFill>
                  </a:tcPr>
                </a:tc>
                <a:tc>
                  <a:txBody>
                    <a:bodyPr/>
                    <a:lstStyle/>
                    <a:p>
                      <a:pPr marL="0" indent="0">
                        <a:lnSpc>
                          <a:spcPct val="100000"/>
                        </a:lnSpc>
                        <a:spcBef>
                          <a:spcPts val="0"/>
                        </a:spcBef>
                        <a:defRPr sz="1800" b="0">
                          <a:solidFill>
                            <a:srgbClr val="0E2841"/>
                          </a:solidFill>
                          <a:latin typeface="+mn-lt"/>
                        </a:defRPr>
                      </a:pPr>
                      <a:r>
                        <a:rPr lang="es-MX"/>
                        <a:t>Llave solo en la izquierda</a:t>
                      </a:r>
                    </a:p>
                  </a:txBody>
                  <a:tcPr marR="54864" marT="22860" marB="13716">
                    <a:solidFill>
                      <a:srgbClr val="F7FAFC"/>
                    </a:solidFill>
                  </a:tcPr>
                </a:tc>
                <a:tc>
                  <a:txBody>
                    <a:bodyPr/>
                    <a:lstStyle/>
                    <a:p>
                      <a:pPr marL="0" indent="0">
                        <a:lnSpc>
                          <a:spcPct val="100000"/>
                        </a:lnSpc>
                        <a:spcBef>
                          <a:spcPts val="0"/>
                        </a:spcBef>
                        <a:defRPr sz="1800" b="0">
                          <a:solidFill>
                            <a:srgbClr val="0E2841"/>
                          </a:solidFill>
                          <a:latin typeface="+mn-lt"/>
                        </a:defRPr>
                      </a:pPr>
                      <a:r>
                        <a:rPr lang="es-MX"/>
                        <a:t>Sí</a:t>
                      </a:r>
                    </a:p>
                  </a:txBody>
                  <a:tcPr marR="54864" marT="22860" marB="13716">
                    <a:solidFill>
                      <a:srgbClr val="F7FAFC"/>
                    </a:solidFill>
                  </a:tcPr>
                </a:tc>
                <a:extLst>
                  <a:ext uri="{0D108BD9-81ED-4DB2-BD59-A6C34878D82A}">
                    <a16:rowId xmlns:a16="http://schemas.microsoft.com/office/drawing/2014/main" val="10002"/>
                  </a:ext>
                </a:extLst>
              </a:tr>
              <a:tr h="566928">
                <a:tc>
                  <a:txBody>
                    <a:bodyPr/>
                    <a:lstStyle/>
                    <a:p>
                      <a:pPr marL="0" indent="0">
                        <a:lnSpc>
                          <a:spcPct val="100000"/>
                        </a:lnSpc>
                        <a:spcBef>
                          <a:spcPts val="0"/>
                        </a:spcBef>
                        <a:defRPr sz="1800" b="0">
                          <a:solidFill>
                            <a:srgbClr val="0E2841"/>
                          </a:solidFill>
                          <a:latin typeface="+mn-lt"/>
                        </a:defRPr>
                      </a:pPr>
                      <a:r>
                        <a:rPr lang="es-MX"/>
                        <a:t>right_only</a:t>
                      </a:r>
                    </a:p>
                  </a:txBody>
                  <a:tcPr marR="54864" marT="22860" marB="13716">
                    <a:solidFill>
                      <a:srgbClr val="EAF5FA"/>
                    </a:solidFill>
                  </a:tcPr>
                </a:tc>
                <a:tc>
                  <a:txBody>
                    <a:bodyPr/>
                    <a:lstStyle/>
                    <a:p>
                      <a:pPr marL="0" indent="0">
                        <a:lnSpc>
                          <a:spcPct val="100000"/>
                        </a:lnSpc>
                        <a:spcBef>
                          <a:spcPts val="0"/>
                        </a:spcBef>
                        <a:defRPr sz="1800" b="0">
                          <a:solidFill>
                            <a:srgbClr val="0E2841"/>
                          </a:solidFill>
                          <a:latin typeface="+mn-lt"/>
                        </a:defRPr>
                      </a:pPr>
                      <a:r>
                        <a:rPr lang="es-MX"/>
                        <a:t>Llave solo en la derecha</a:t>
                      </a:r>
                    </a:p>
                  </a:txBody>
                  <a:tcPr marR="54864" marT="22860" marB="13716">
                    <a:solidFill>
                      <a:srgbClr val="EAF5FA"/>
                    </a:solidFill>
                  </a:tcPr>
                </a:tc>
                <a:tc>
                  <a:txBody>
                    <a:bodyPr/>
                    <a:lstStyle/>
                    <a:p>
                      <a:pPr marL="0" indent="0">
                        <a:lnSpc>
                          <a:spcPct val="100000"/>
                        </a:lnSpc>
                        <a:spcBef>
                          <a:spcPts val="0"/>
                        </a:spcBef>
                        <a:defRPr sz="1800" b="0">
                          <a:solidFill>
                            <a:srgbClr val="0E2841"/>
                          </a:solidFill>
                          <a:latin typeface="+mn-lt"/>
                        </a:defRPr>
                      </a:pPr>
                      <a:r>
                        <a:rPr lang="es-MX"/>
                        <a:t>No</a:t>
                      </a:r>
                    </a:p>
                  </a:txBody>
                  <a:tcPr marR="54864" marT="22860" marB="13716">
                    <a:solidFill>
                      <a:srgbClr val="EAF5FA"/>
                    </a:solidFill>
                  </a:tcPr>
                </a:tc>
                <a:extLst>
                  <a:ext uri="{0D108BD9-81ED-4DB2-BD59-A6C34878D82A}">
                    <a16:rowId xmlns:a16="http://schemas.microsoft.com/office/drawing/2014/main" val="10003"/>
                  </a:ext>
                </a:extLst>
              </a:tr>
            </a:tbl>
          </a:graphicData>
        </a:graphic>
      </p:graphicFrame>
      <p:sp>
        <p:nvSpPr>
          <p:cNvPr id="4" name="TextBox 3"/>
          <p:cNvSpPr txBox="1"/>
          <p:nvPr/>
        </p:nvSpPr>
        <p:spPr>
          <a:xfrm>
            <a:off x="868680" y="4480560"/>
            <a:ext cx="10424160" cy="369332"/>
          </a:xfrm>
          <a:prstGeom prst="rect">
            <a:avLst/>
          </a:prstGeom>
          <a:noFill/>
        </p:spPr>
        <p:txBody>
          <a:bodyPr wrap="square" lIns="0" tIns="0" rIns="0" bIns="0">
            <a:spAutoFit/>
          </a:bodyPr>
          <a:lstStyle/>
          <a:p>
            <a:pPr marL="0" indent="0">
              <a:lnSpc>
                <a:spcPct val="100000"/>
              </a:lnSpc>
              <a:spcBef>
                <a:spcPts val="0"/>
              </a:spcBef>
              <a:defRPr sz="2400" b="1">
                <a:solidFill>
                  <a:srgbClr val="1D4093"/>
                </a:solidFill>
                <a:latin typeface="+mn-lt"/>
              </a:defRPr>
            </a:pPr>
            <a:r>
              <a:t>Un municipio nulo no demuestra falta de emparejamiento.</a:t>
            </a:r>
            <a:endParaRPr lang="es-MX"/>
          </a:p>
        </p:txBody>
      </p:sp>
      <p:sp>
        <p:nvSpPr>
          <p:cNvPr id="5" name="TextBox 4"/>
          <p:cNvSpPr txBox="1"/>
          <p:nvPr/>
        </p:nvSpPr>
        <p:spPr>
          <a:xfrm>
            <a:off x="868680" y="5166360"/>
            <a:ext cx="10424160" cy="307777"/>
          </a:xfrm>
          <a:prstGeom prst="rect">
            <a:avLst/>
          </a:prstGeom>
          <a:noFill/>
        </p:spPr>
        <p:txBody>
          <a:bodyPr wrap="square" lIns="0" tIns="0" rIns="0" bIns="0">
            <a:spAutoFit/>
          </a:bodyPr>
          <a:lstStyle/>
          <a:p>
            <a:pPr marL="0" indent="0">
              <a:lnSpc>
                <a:spcPct val="100000"/>
              </a:lnSpc>
              <a:spcBef>
                <a:spcPts val="0"/>
              </a:spcBef>
              <a:defRPr sz="2000" b="0">
                <a:solidFill>
                  <a:srgbClr val="0E2841"/>
                </a:solidFill>
                <a:latin typeface="+mn-lt"/>
              </a:defRPr>
            </a:pPr>
            <a:r>
              <a:t>Usar el indicador. Para catálogos sin uso: auditoría separada con outer y llaves distintas.</a:t>
            </a:r>
            <a:endParaRPr lang="es-MX"/>
          </a:p>
        </p:txBody>
      </p:sp>
    </p:spTree>
    <p:extLst>
      <p:ext uri="{BB962C8B-B14F-4D97-AF65-F5344CB8AC3E}">
        <p14:creationId xmlns:p14="http://schemas.microsoft.com/office/powerpoint/2010/main" val="3552669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AF289-A52A-C633-12F2-24C0B11D6253}"/>
              </a:ext>
            </a:extLst>
          </p:cNvPr>
          <p:cNvSpPr>
            <a:spLocks noGrp="1"/>
          </p:cNvSpPr>
          <p:nvPr>
            <p:ph type="title"/>
          </p:nvPr>
        </p:nvSpPr>
        <p:spPr/>
        <p:txBody>
          <a:bodyPr wrap="square" lIns="0" tIns="0" rIns="0" bIns="0"/>
          <a:lstStyle/>
          <a:p>
            <a:pPr marL="0" indent="0">
              <a:lnSpc>
                <a:spcPct val="100000"/>
              </a:lnSpc>
              <a:spcBef>
                <a:spcPts val="0"/>
              </a:spcBef>
              <a:defRPr sz="3200" b="1">
                <a:solidFill>
                  <a:srgbClr val="1D4093"/>
                </a:solidFill>
                <a:latin typeface="+mn-lt"/>
              </a:defRPr>
            </a:pPr>
            <a:r>
              <a:rPr lang="es-MX" sz="3200"/>
              <a:t>Primera integración en Colab</a:t>
            </a:r>
          </a:p>
        </p:txBody>
      </p:sp>
      <p:sp>
        <p:nvSpPr>
          <p:cNvPr id="3" name="TextBox 2"/>
          <p:cNvSpPr txBox="1"/>
          <p:nvPr/>
        </p:nvSpPr>
        <p:spPr>
          <a:xfrm>
            <a:off x="868680" y="1783080"/>
            <a:ext cx="10424160" cy="615553"/>
          </a:xfrm>
          <a:prstGeom prst="rect">
            <a:avLst/>
          </a:prstGeom>
          <a:noFill/>
        </p:spPr>
        <p:txBody>
          <a:bodyPr wrap="square" lIns="0" tIns="0" rIns="0" bIns="0">
            <a:spAutoFit/>
          </a:bodyPr>
          <a:lstStyle/>
          <a:p>
            <a:pPr marL="0" indent="0">
              <a:lnSpc>
                <a:spcPct val="100000"/>
              </a:lnSpc>
              <a:spcBef>
                <a:spcPts val="0"/>
              </a:spcBef>
              <a:defRPr sz="2000" b="0">
                <a:solidFill>
                  <a:srgbClr val="1D4093"/>
                </a:solidFill>
                <a:latin typeface="+mn-lt"/>
              </a:defRPr>
            </a:pPr>
            <a:r>
              <a:t>from google.colab import drive</a:t>
            </a:r>
            <a:endParaRPr lang="es-MX"/>
          </a:p>
          <a:p>
            <a:pPr marL="0" indent="0">
              <a:lnSpc>
                <a:spcPct val="100000"/>
              </a:lnSpc>
              <a:spcBef>
                <a:spcPts val="0"/>
              </a:spcBef>
              <a:defRPr sz="2000" b="0">
                <a:solidFill>
                  <a:srgbClr val="1D4093"/>
                </a:solidFill>
                <a:latin typeface="+mn-lt"/>
              </a:defRPr>
            </a:pPr>
            <a:r>
              <a:t>drive.mount("/content/drive")</a:t>
            </a:r>
            <a:endParaRPr lang="es-MX"/>
          </a:p>
        </p:txBody>
      </p:sp>
      <p:graphicFrame>
        <p:nvGraphicFramePr>
          <p:cNvPr id="4" name="Table 3"/>
          <p:cNvGraphicFramePr>
            <a:graphicFrameLocks noGrp="1"/>
          </p:cNvGraphicFramePr>
          <p:nvPr>
            <p:extLst>
              <p:ext uri="{D42A27DB-BD31-4B8C-83A1-F6EECF244321}">
                <p14:modId xmlns:p14="http://schemas.microsoft.com/office/powerpoint/2010/main" val="1022631129"/>
              </p:ext>
            </p:extLst>
          </p:nvPr>
        </p:nvGraphicFramePr>
        <p:xfrm>
          <a:off x="868680" y="2926080"/>
          <a:ext cx="10424159" cy="2377440"/>
        </p:xfrm>
        <a:graphic>
          <a:graphicData uri="http://schemas.openxmlformats.org/drawingml/2006/table">
            <a:tbl>
              <a:tblPr firstRow="1" bandRow="1">
                <a:tableStyleId>{5C22544A-7EE6-4342-B048-85BDC9FD1C3A}</a:tableStyleId>
              </a:tblPr>
              <a:tblGrid>
                <a:gridCol w="1489165">
                  <a:extLst>
                    <a:ext uri="{9D8B030D-6E8A-4147-A177-3AD203B41FA5}">
                      <a16:colId xmlns:a16="http://schemas.microsoft.com/office/drawing/2014/main" val="20000"/>
                    </a:ext>
                  </a:extLst>
                </a:gridCol>
                <a:gridCol w="8934994">
                  <a:extLst>
                    <a:ext uri="{9D8B030D-6E8A-4147-A177-3AD203B41FA5}">
                      <a16:colId xmlns:a16="http://schemas.microsoft.com/office/drawing/2014/main" val="20001"/>
                    </a:ext>
                  </a:extLst>
                </a:gridCol>
              </a:tblGrid>
              <a:tr h="594360">
                <a:tc>
                  <a:txBody>
                    <a:bodyPr/>
                    <a:lstStyle/>
                    <a:p>
                      <a:pPr marL="0" indent="0">
                        <a:lnSpc>
                          <a:spcPct val="100000"/>
                        </a:lnSpc>
                        <a:spcBef>
                          <a:spcPts val="0"/>
                        </a:spcBef>
                        <a:defRPr sz="1800" b="1">
                          <a:solidFill>
                            <a:srgbClr val="FFFFFF"/>
                          </a:solidFill>
                          <a:latin typeface="+mn-lt"/>
                        </a:defRPr>
                      </a:pPr>
                      <a:r>
                        <a:rPr lang="es-MX"/>
                        <a:t>Ejercicio</a:t>
                      </a:r>
                    </a:p>
                  </a:txBody>
                  <a:tcPr marR="54864" marT="22860" marB="13716">
                    <a:solidFill>
                      <a:srgbClr val="1D4093"/>
                    </a:solidFill>
                  </a:tcPr>
                </a:tc>
                <a:tc>
                  <a:txBody>
                    <a:bodyPr/>
                    <a:lstStyle/>
                    <a:p>
                      <a:pPr marL="0" indent="0">
                        <a:lnSpc>
                          <a:spcPct val="100000"/>
                        </a:lnSpc>
                        <a:spcBef>
                          <a:spcPts val="0"/>
                        </a:spcBef>
                        <a:defRPr sz="1800" b="1">
                          <a:solidFill>
                            <a:srgbClr val="FFFFFF"/>
                          </a:solidFill>
                          <a:latin typeface="+mn-lt"/>
                        </a:defRPr>
                      </a:pPr>
                      <a:r>
                        <a:rPr lang="es-MX"/>
                        <a:t>Inicio concreto</a:t>
                      </a:r>
                    </a:p>
                  </a:txBody>
                  <a:tcPr marR="54864" marT="22860" marB="13716">
                    <a:solidFill>
                      <a:srgbClr val="1D4093"/>
                    </a:solidFill>
                  </a:tcPr>
                </a:tc>
                <a:extLst>
                  <a:ext uri="{0D108BD9-81ED-4DB2-BD59-A6C34878D82A}">
                    <a16:rowId xmlns:a16="http://schemas.microsoft.com/office/drawing/2014/main" val="10000"/>
                  </a:ext>
                </a:extLst>
              </a:tr>
              <a:tr h="594360">
                <a:tc>
                  <a:txBody>
                    <a:bodyPr/>
                    <a:lstStyle/>
                    <a:p>
                      <a:pPr marL="0" indent="0">
                        <a:lnSpc>
                          <a:spcPct val="100000"/>
                        </a:lnSpc>
                        <a:spcBef>
                          <a:spcPts val="0"/>
                        </a:spcBef>
                        <a:defRPr sz="1800" b="0">
                          <a:solidFill>
                            <a:srgbClr val="0E2841"/>
                          </a:solidFill>
                          <a:latin typeface="+mn-lt"/>
                        </a:defRPr>
                      </a:pPr>
                      <a:r>
                        <a:rPr lang="es-MX"/>
                        <a:t>1</a:t>
                      </a:r>
                    </a:p>
                  </a:txBody>
                  <a:tcPr marR="54864" marT="22860" marB="13716">
                    <a:solidFill>
                      <a:srgbClr val="EAF5FA"/>
                    </a:solidFill>
                  </a:tcPr>
                </a:tc>
                <a:tc>
                  <a:txBody>
                    <a:bodyPr/>
                    <a:lstStyle/>
                    <a:p>
                      <a:pPr marL="0" indent="0">
                        <a:lnSpc>
                          <a:spcPct val="100000"/>
                        </a:lnSpc>
                        <a:spcBef>
                          <a:spcPts val="0"/>
                        </a:spcBef>
                        <a:defRPr sz="1800" b="0">
                          <a:solidFill>
                            <a:srgbClr val="0E2841"/>
                          </a:solidFill>
                          <a:latin typeface="+mn-lt"/>
                        </a:defRPr>
                      </a:pPr>
                      <a:r>
                        <a:rPr lang="es-MX"/>
                        <a:t>Cargar dos periodos, maestro y catálogo desde Drive.</a:t>
                      </a:r>
                    </a:p>
                  </a:txBody>
                  <a:tcPr marR="54864" marT="22860" marB="13716">
                    <a:solidFill>
                      <a:srgbClr val="EAF5FA"/>
                    </a:solidFill>
                  </a:tcPr>
                </a:tc>
                <a:extLst>
                  <a:ext uri="{0D108BD9-81ED-4DB2-BD59-A6C34878D82A}">
                    <a16:rowId xmlns:a16="http://schemas.microsoft.com/office/drawing/2014/main" val="10001"/>
                  </a:ext>
                </a:extLst>
              </a:tr>
              <a:tr h="594360">
                <a:tc>
                  <a:txBody>
                    <a:bodyPr/>
                    <a:lstStyle/>
                    <a:p>
                      <a:pPr marL="0" indent="0">
                        <a:lnSpc>
                          <a:spcPct val="100000"/>
                        </a:lnSpc>
                        <a:spcBef>
                          <a:spcPts val="0"/>
                        </a:spcBef>
                        <a:defRPr sz="1800" b="0">
                          <a:solidFill>
                            <a:srgbClr val="0E2841"/>
                          </a:solidFill>
                          <a:latin typeface="+mn-lt"/>
                        </a:defRPr>
                      </a:pPr>
                      <a:r>
                        <a:rPr lang="es-MX"/>
                        <a:t>2</a:t>
                      </a:r>
                    </a:p>
                  </a:txBody>
                  <a:tcPr marR="54864" marT="22860" marB="13716">
                    <a:solidFill>
                      <a:srgbClr val="F7FAFC"/>
                    </a:solidFill>
                  </a:tcPr>
                </a:tc>
                <a:tc>
                  <a:txBody>
                    <a:bodyPr/>
                    <a:lstStyle/>
                    <a:p>
                      <a:pPr marL="0" indent="0">
                        <a:lnSpc>
                          <a:spcPct val="100000"/>
                        </a:lnSpc>
                        <a:spcBef>
                          <a:spcPts val="0"/>
                        </a:spcBef>
                        <a:defRPr sz="1800" b="0">
                          <a:solidFill>
                            <a:srgbClr val="0E2841"/>
                          </a:solidFill>
                          <a:latin typeface="+mn-lt"/>
                        </a:defRPr>
                      </a:pPr>
                      <a:r>
                        <a:rPr lang="es-MX"/>
                        <a:t>Quitar espacios exteriores y separar llaves vacías.</a:t>
                      </a:r>
                    </a:p>
                  </a:txBody>
                  <a:tcPr marR="54864" marT="22860" marB="13716">
                    <a:solidFill>
                      <a:srgbClr val="F7FAFC"/>
                    </a:solidFill>
                  </a:tcPr>
                </a:tc>
                <a:extLst>
                  <a:ext uri="{0D108BD9-81ED-4DB2-BD59-A6C34878D82A}">
                    <a16:rowId xmlns:a16="http://schemas.microsoft.com/office/drawing/2014/main" val="10002"/>
                  </a:ext>
                </a:extLst>
              </a:tr>
              <a:tr h="594360">
                <a:tc>
                  <a:txBody>
                    <a:bodyPr/>
                    <a:lstStyle/>
                    <a:p>
                      <a:pPr marL="0" indent="0">
                        <a:lnSpc>
                          <a:spcPct val="100000"/>
                        </a:lnSpc>
                        <a:spcBef>
                          <a:spcPts val="0"/>
                        </a:spcBef>
                        <a:defRPr sz="1800" b="0">
                          <a:solidFill>
                            <a:srgbClr val="0E2841"/>
                          </a:solidFill>
                          <a:latin typeface="+mn-lt"/>
                        </a:defRPr>
                      </a:pPr>
                      <a:r>
                        <a:rPr lang="es-MX"/>
                        <a:t>3</a:t>
                      </a:r>
                    </a:p>
                  </a:txBody>
                  <a:tcPr marR="54864" marT="22860" marB="13716">
                    <a:solidFill>
                      <a:srgbClr val="EAF5FA"/>
                    </a:solidFill>
                  </a:tcPr>
                </a:tc>
                <a:tc>
                  <a:txBody>
                    <a:bodyPr/>
                    <a:lstStyle/>
                    <a:p>
                      <a:pPr marL="0" indent="0">
                        <a:lnSpc>
                          <a:spcPct val="100000"/>
                        </a:lnSpc>
                        <a:spcBef>
                          <a:spcPts val="0"/>
                        </a:spcBef>
                        <a:defRPr sz="1800" b="0">
                          <a:solidFill>
                            <a:srgbClr val="0E2841"/>
                          </a:solidFill>
                          <a:latin typeface="+mn-lt"/>
                        </a:defRPr>
                      </a:pPr>
                      <a:r>
                        <a:rPr lang="es-MX"/>
                        <a:t>Eliminar solo la copia exacta y apartar todas las versiones contradictorias.</a:t>
                      </a:r>
                    </a:p>
                  </a:txBody>
                  <a:tcPr marR="54864" marT="22860" marB="13716">
                    <a:solidFill>
                      <a:srgbClr val="EAF5FA"/>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868680" y="5303520"/>
            <a:ext cx="10424160" cy="307777"/>
          </a:xfrm>
          <a:prstGeom prst="rect">
            <a:avLst/>
          </a:prstGeom>
          <a:noFill/>
        </p:spPr>
        <p:txBody>
          <a:bodyPr wrap="square" lIns="0" tIns="0" rIns="0" bIns="0">
            <a:spAutoFit/>
          </a:bodyPr>
          <a:lstStyle/>
          <a:p>
            <a:pPr marL="0" indent="0">
              <a:lnSpc>
                <a:spcPct val="100000"/>
              </a:lnSpc>
              <a:spcBef>
                <a:spcPts val="0"/>
              </a:spcBef>
              <a:defRPr sz="2000" b="0">
                <a:solidFill>
                  <a:srgbClr val="1D4093"/>
                </a:solidFill>
                <a:latin typeface="+mn-lt"/>
              </a:defRPr>
            </a:pPr>
            <a:r>
              <a:t>Comienza los ejercicios 1–3. Continúan en el bloque práctico.</a:t>
            </a:r>
            <a:endParaRPr lang="es-MX"/>
          </a:p>
        </p:txBody>
      </p:sp>
    </p:spTree>
    <p:extLst>
      <p:ext uri="{BB962C8B-B14F-4D97-AF65-F5344CB8AC3E}">
        <p14:creationId xmlns:p14="http://schemas.microsoft.com/office/powerpoint/2010/main" val="3552669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AF289-A52A-C633-12F2-24C0B11D6253}"/>
              </a:ext>
            </a:extLst>
          </p:cNvPr>
          <p:cNvSpPr>
            <a:spLocks noGrp="1"/>
          </p:cNvSpPr>
          <p:nvPr>
            <p:ph type="title"/>
          </p:nvPr>
        </p:nvSpPr>
        <p:spPr/>
        <p:txBody>
          <a:bodyPr wrap="square" lIns="0" tIns="0" rIns="0" bIns="0"/>
          <a:lstStyle/>
          <a:p>
            <a:pPr marL="0" indent="0">
              <a:lnSpc>
                <a:spcPct val="100000"/>
              </a:lnSpc>
              <a:spcBef>
                <a:spcPts val="0"/>
              </a:spcBef>
              <a:defRPr sz="3200" b="1">
                <a:solidFill>
                  <a:srgbClr val="1D4093"/>
                </a:solidFill>
                <a:latin typeface="+mn-lt"/>
              </a:defRPr>
            </a:pPr>
            <a:r>
              <a:rPr lang="es-MX" sz="3200"/>
              <a:t>Laboratorio · Integración independiente</a:t>
            </a:r>
          </a:p>
        </p:txBody>
      </p:sp>
      <p:sp>
        <p:nvSpPr>
          <p:cNvPr id="4" name="TextBox 3"/>
          <p:cNvSpPr txBox="1"/>
          <p:nvPr/>
        </p:nvSpPr>
        <p:spPr>
          <a:xfrm>
            <a:off x="838201" y="1865287"/>
            <a:ext cx="6583679" cy="369332"/>
          </a:xfrm>
          <a:prstGeom prst="rect">
            <a:avLst/>
          </a:prstGeom>
          <a:noFill/>
        </p:spPr>
        <p:txBody>
          <a:bodyPr wrap="square" lIns="0" tIns="0" rIns="0" bIns="0">
            <a:spAutoFit/>
          </a:bodyPr>
          <a:lstStyle/>
          <a:p>
            <a:pPr marL="0" indent="0">
              <a:lnSpc>
                <a:spcPct val="100000"/>
              </a:lnSpc>
              <a:spcBef>
                <a:spcPts val="0"/>
              </a:spcBef>
              <a:defRPr sz="2400" b="0">
                <a:solidFill>
                  <a:srgbClr val="0E2841"/>
                </a:solidFill>
                <a:latin typeface="+mn-lt"/>
              </a:defRPr>
            </a:pPr>
            <a:r>
              <a:rPr dirty="0"/>
              <a:t>Municipio, </a:t>
            </a:r>
            <a:r>
              <a:rPr dirty="0" err="1"/>
              <a:t>situación</a:t>
            </a:r>
            <a:r>
              <a:rPr dirty="0"/>
              <a:t> </a:t>
            </a:r>
            <a:r>
              <a:rPr dirty="0" err="1"/>
              <a:t>laboral</a:t>
            </a:r>
            <a:r>
              <a:rPr lang="es-MX" dirty="0"/>
              <a:t> </a:t>
            </a:r>
            <a:r>
              <a:rPr dirty="0"/>
              <a:t>y </a:t>
            </a:r>
            <a:r>
              <a:rPr dirty="0" err="1"/>
              <a:t>área</a:t>
            </a:r>
            <a:r>
              <a:rPr dirty="0"/>
              <a:t> de </a:t>
            </a:r>
            <a:r>
              <a:rPr dirty="0" err="1"/>
              <a:t>formación</a:t>
            </a:r>
            <a:r>
              <a:rPr lang="en-GB" dirty="0"/>
              <a:t>.</a:t>
            </a:r>
            <a:endParaRPr lang="es-MX" dirty="0"/>
          </a:p>
        </p:txBody>
      </p:sp>
      <p:sp>
        <p:nvSpPr>
          <p:cNvPr id="5" name="TextBox 4"/>
          <p:cNvSpPr txBox="1"/>
          <p:nvPr/>
        </p:nvSpPr>
        <p:spPr>
          <a:xfrm>
            <a:off x="838201" y="2234619"/>
            <a:ext cx="6116443" cy="313419"/>
          </a:xfrm>
          <a:prstGeom prst="rect">
            <a:avLst/>
          </a:prstGeom>
          <a:noFill/>
        </p:spPr>
        <p:txBody>
          <a:bodyPr wrap="square" lIns="0" tIns="0" rIns="0" bIns="0">
            <a:spAutoFit/>
          </a:bodyPr>
          <a:lstStyle/>
          <a:p>
            <a:pPr marL="0" indent="0">
              <a:lnSpc>
                <a:spcPct val="105000"/>
              </a:lnSpc>
              <a:spcBef>
                <a:spcPts val="0"/>
              </a:spcBef>
              <a:spcAft>
                <a:spcPts val="700"/>
              </a:spcAft>
              <a:buNone/>
              <a:defRPr sz="2000" b="0">
                <a:solidFill>
                  <a:srgbClr val="0E2841"/>
                </a:solidFill>
                <a:latin typeface="+mn-lt"/>
              </a:defRPr>
            </a:pPr>
            <a:r>
              <a:rPr dirty="0"/>
              <a:t>Las </a:t>
            </a:r>
            <a:r>
              <a:rPr dirty="0" err="1"/>
              <a:t>demostraciones</a:t>
            </a:r>
            <a:r>
              <a:rPr dirty="0"/>
              <a:t> </a:t>
            </a:r>
            <a:r>
              <a:rPr dirty="0" err="1"/>
              <a:t>usan</a:t>
            </a:r>
            <a:r>
              <a:rPr lang="es-MX" dirty="0"/>
              <a:t> </a:t>
            </a:r>
            <a:r>
              <a:rPr dirty="0" err="1"/>
              <a:t>minitablas</a:t>
            </a:r>
            <a:r>
              <a:rPr dirty="0"/>
              <a:t> </a:t>
            </a:r>
            <a:r>
              <a:rPr dirty="0" err="1"/>
              <a:t>diferentes</a:t>
            </a:r>
            <a:r>
              <a:rPr dirty="0"/>
              <a:t>.</a:t>
            </a:r>
            <a:endParaRPr lang="es-MX" dirty="0"/>
          </a:p>
        </p:txBody>
      </p:sp>
      <p:sp>
        <p:nvSpPr>
          <p:cNvPr id="6" name="TextBox 5"/>
          <p:cNvSpPr txBox="1"/>
          <p:nvPr/>
        </p:nvSpPr>
        <p:spPr>
          <a:xfrm>
            <a:off x="972015" y="2943615"/>
            <a:ext cx="7200342" cy="2215991"/>
          </a:xfrm>
          <a:prstGeom prst="rect">
            <a:avLst/>
          </a:prstGeom>
          <a:noFill/>
        </p:spPr>
        <p:txBody>
          <a:bodyPr wrap="square" lIns="0" tIns="0" rIns="0" bIns="0">
            <a:spAutoFit/>
          </a:bodyPr>
          <a:lstStyle/>
          <a:p>
            <a:pPr marL="457200" indent="-457200">
              <a:lnSpc>
                <a:spcPct val="100000"/>
              </a:lnSpc>
              <a:spcBef>
                <a:spcPts val="0"/>
              </a:spcBef>
              <a:buFont typeface="+mj-lt"/>
              <a:buAutoNum type="arabicPeriod"/>
              <a:defRPr sz="2000" b="0">
                <a:solidFill>
                  <a:srgbClr val="0E2841"/>
                </a:solidFill>
                <a:latin typeface="+mn-lt"/>
              </a:defRPr>
            </a:pPr>
            <a:r>
              <a:rPr lang="es-MX" sz="2400" dirty="0"/>
              <a:t>Concatenar los periodos y depurar el maestro.</a:t>
            </a:r>
          </a:p>
          <a:p>
            <a:pPr marL="457200" indent="-457200">
              <a:lnSpc>
                <a:spcPct val="100000"/>
              </a:lnSpc>
              <a:spcBef>
                <a:spcPts val="0"/>
              </a:spcBef>
              <a:buFont typeface="+mj-lt"/>
              <a:buAutoNum type="arabicPeriod"/>
              <a:defRPr sz="2000" b="0">
                <a:solidFill>
                  <a:srgbClr val="0E2841"/>
                </a:solidFill>
                <a:latin typeface="+mn-lt"/>
              </a:defRPr>
            </a:pPr>
            <a:r>
              <a:rPr lang="es-MX" sz="2400" dirty="0"/>
              <a:t>Unir estudiantes y programas con contrato.</a:t>
            </a:r>
          </a:p>
          <a:p>
            <a:pPr marL="457200" indent="-457200">
              <a:lnSpc>
                <a:spcPct val="100000"/>
              </a:lnSpc>
              <a:spcBef>
                <a:spcPts val="0"/>
              </a:spcBef>
              <a:buFont typeface="+mj-lt"/>
              <a:buAutoNum type="arabicPeriod"/>
              <a:defRPr sz="2000" b="0">
                <a:solidFill>
                  <a:srgbClr val="0E2841"/>
                </a:solidFill>
                <a:latin typeface="+mn-lt"/>
              </a:defRPr>
            </a:pPr>
            <a:r>
              <a:rPr lang="es-MX" sz="2400" dirty="0"/>
              <a:t>Diagnosticar matrículas sin pareja.</a:t>
            </a:r>
          </a:p>
          <a:p>
            <a:pPr marL="457200" indent="-457200">
              <a:lnSpc>
                <a:spcPct val="100000"/>
              </a:lnSpc>
              <a:spcBef>
                <a:spcPts val="0"/>
              </a:spcBef>
              <a:buFont typeface="+mj-lt"/>
              <a:buAutoNum type="arabicPeriod"/>
              <a:defRPr sz="2000" b="0">
                <a:solidFill>
                  <a:srgbClr val="0E2841"/>
                </a:solidFill>
                <a:latin typeface="+mn-lt"/>
              </a:defRPr>
            </a:pPr>
            <a:r>
              <a:rPr lang="es-MX" sz="2400" dirty="0"/>
              <a:t>Resolver el ejercicio horizontal por identidad.</a:t>
            </a:r>
          </a:p>
          <a:p>
            <a:pPr marL="457200" indent="-457200">
              <a:lnSpc>
                <a:spcPct val="100000"/>
              </a:lnSpc>
              <a:spcBef>
                <a:spcPts val="0"/>
              </a:spcBef>
              <a:buFont typeface="+mj-lt"/>
              <a:buAutoNum type="arabicPeriod"/>
              <a:defRPr sz="2000" b="0">
                <a:solidFill>
                  <a:srgbClr val="0E2841"/>
                </a:solidFill>
                <a:latin typeface="+mn-lt"/>
              </a:defRPr>
            </a:pPr>
            <a:r>
              <a:rPr lang="es-MX" sz="2400" dirty="0"/>
              <a:t>Comparar controles antes y después.</a:t>
            </a:r>
          </a:p>
          <a:p>
            <a:pPr marL="457200" indent="-457200">
              <a:lnSpc>
                <a:spcPct val="100000"/>
              </a:lnSpc>
              <a:spcBef>
                <a:spcPts val="0"/>
              </a:spcBef>
              <a:buFont typeface="+mj-lt"/>
              <a:buAutoNum type="arabicPeriod"/>
              <a:defRPr sz="2000" b="0">
                <a:solidFill>
                  <a:srgbClr val="0E2841"/>
                </a:solidFill>
                <a:latin typeface="+mn-lt"/>
              </a:defRPr>
            </a:pPr>
            <a:r>
              <a:rPr lang="es-MX" sz="2400" dirty="0"/>
              <a:t>Exportar base integrada y pendientes.</a:t>
            </a:r>
          </a:p>
        </p:txBody>
      </p:sp>
      <p:sp>
        <p:nvSpPr>
          <p:cNvPr id="7" name="TextBox 6"/>
          <p:cNvSpPr txBox="1"/>
          <p:nvPr/>
        </p:nvSpPr>
        <p:spPr>
          <a:xfrm>
            <a:off x="838200" y="1318082"/>
            <a:ext cx="6583680" cy="276999"/>
          </a:xfrm>
          <a:prstGeom prst="rect">
            <a:avLst/>
          </a:prstGeom>
          <a:noFill/>
        </p:spPr>
        <p:txBody>
          <a:bodyPr wrap="square" lIns="0" tIns="0" rIns="0" bIns="0">
            <a:spAutoFit/>
          </a:bodyPr>
          <a:lstStyle/>
          <a:p>
            <a:pPr marL="0" indent="0">
              <a:lnSpc>
                <a:spcPct val="100000"/>
              </a:lnSpc>
              <a:spcBef>
                <a:spcPts val="0"/>
              </a:spcBef>
              <a:defRPr sz="1800" b="1">
                <a:solidFill>
                  <a:srgbClr val="1D4093"/>
                </a:solidFill>
                <a:latin typeface="+mn-lt"/>
              </a:defRPr>
            </a:pPr>
            <a:r>
              <a:rPr lang="es-MX" sz="1800" dirty="0"/>
              <a:t>Entregable: una fila por matrícula y pendientes explicados.</a:t>
            </a:r>
          </a:p>
        </p:txBody>
      </p:sp>
    </p:spTree>
    <p:extLst>
      <p:ext uri="{BB962C8B-B14F-4D97-AF65-F5344CB8AC3E}">
        <p14:creationId xmlns:p14="http://schemas.microsoft.com/office/powerpoint/2010/main" val="3552669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AF289-A52A-C633-12F2-24C0B11D6253}"/>
              </a:ext>
            </a:extLst>
          </p:cNvPr>
          <p:cNvSpPr>
            <a:spLocks noGrp="1"/>
          </p:cNvSpPr>
          <p:nvPr>
            <p:ph type="title"/>
          </p:nvPr>
        </p:nvSpPr>
        <p:spPr/>
        <p:txBody>
          <a:bodyPr wrap="square" lIns="0" tIns="0" rIns="0" bIns="0"/>
          <a:lstStyle/>
          <a:p>
            <a:pPr marL="0" indent="0">
              <a:lnSpc>
                <a:spcPct val="100000"/>
              </a:lnSpc>
              <a:spcBef>
                <a:spcPts val="0"/>
              </a:spcBef>
              <a:defRPr sz="3200" b="1">
                <a:solidFill>
                  <a:srgbClr val="1D4093"/>
                </a:solidFill>
                <a:latin typeface="+mn-lt"/>
              </a:defRPr>
            </a:pPr>
            <a:r>
              <a:rPr lang="es-MX" sz="3200"/>
              <a:t>Controles después de integrar</a:t>
            </a:r>
          </a:p>
        </p:txBody>
      </p:sp>
      <p:graphicFrame>
        <p:nvGraphicFramePr>
          <p:cNvPr id="3" name="Table 2"/>
          <p:cNvGraphicFramePr>
            <a:graphicFrameLocks noGrp="1"/>
          </p:cNvGraphicFramePr>
          <p:nvPr>
            <p:extLst>
              <p:ext uri="{D42A27DB-BD31-4B8C-83A1-F6EECF244321}">
                <p14:modId xmlns:p14="http://schemas.microsoft.com/office/powerpoint/2010/main" val="1499388790"/>
              </p:ext>
            </p:extLst>
          </p:nvPr>
        </p:nvGraphicFramePr>
        <p:xfrm>
          <a:off x="868680" y="1828800"/>
          <a:ext cx="10424159" cy="3236976"/>
        </p:xfrm>
        <a:graphic>
          <a:graphicData uri="http://schemas.openxmlformats.org/drawingml/2006/table">
            <a:tbl>
              <a:tblPr firstRow="1" bandRow="1">
                <a:tableStyleId>{5C22544A-7EE6-4342-B048-85BDC9FD1C3A}</a:tableStyleId>
              </a:tblPr>
              <a:tblGrid>
                <a:gridCol w="2734205">
                  <a:extLst>
                    <a:ext uri="{9D8B030D-6E8A-4147-A177-3AD203B41FA5}">
                      <a16:colId xmlns:a16="http://schemas.microsoft.com/office/drawing/2014/main" val="20000"/>
                    </a:ext>
                  </a:extLst>
                </a:gridCol>
                <a:gridCol w="7689954">
                  <a:extLst>
                    <a:ext uri="{9D8B030D-6E8A-4147-A177-3AD203B41FA5}">
                      <a16:colId xmlns:a16="http://schemas.microsoft.com/office/drawing/2014/main" val="20001"/>
                    </a:ext>
                  </a:extLst>
                </a:gridCol>
              </a:tblGrid>
              <a:tr h="539496">
                <a:tc>
                  <a:txBody>
                    <a:bodyPr/>
                    <a:lstStyle/>
                    <a:p>
                      <a:pPr marL="0" indent="0">
                        <a:lnSpc>
                          <a:spcPct val="100000"/>
                        </a:lnSpc>
                        <a:spcBef>
                          <a:spcPts val="0"/>
                        </a:spcBef>
                        <a:defRPr sz="1800" b="1">
                          <a:solidFill>
                            <a:srgbClr val="FFFFFF"/>
                          </a:solidFill>
                          <a:latin typeface="+mn-lt"/>
                        </a:defRPr>
                      </a:pPr>
                      <a:r>
                        <a:rPr lang="es-MX"/>
                        <a:t>Nivel</a:t>
                      </a:r>
                    </a:p>
                  </a:txBody>
                  <a:tcPr marR="54864" marT="22860" marB="13716">
                    <a:solidFill>
                      <a:srgbClr val="1D4093"/>
                    </a:solidFill>
                  </a:tcPr>
                </a:tc>
                <a:tc>
                  <a:txBody>
                    <a:bodyPr/>
                    <a:lstStyle/>
                    <a:p>
                      <a:pPr marL="0" indent="0">
                        <a:lnSpc>
                          <a:spcPct val="100000"/>
                        </a:lnSpc>
                        <a:spcBef>
                          <a:spcPts val="0"/>
                        </a:spcBef>
                        <a:defRPr sz="1800" b="1">
                          <a:solidFill>
                            <a:srgbClr val="FFFFFF"/>
                          </a:solidFill>
                          <a:latin typeface="+mn-lt"/>
                        </a:defRPr>
                      </a:pPr>
                      <a:r>
                        <a:rPr lang="es-MX"/>
                        <a:t>Evidencia antes / después</a:t>
                      </a:r>
                    </a:p>
                  </a:txBody>
                  <a:tcPr marR="54864" marT="22860" marB="13716">
                    <a:solidFill>
                      <a:srgbClr val="1D4093"/>
                    </a:solidFill>
                  </a:tcPr>
                </a:tc>
                <a:extLst>
                  <a:ext uri="{0D108BD9-81ED-4DB2-BD59-A6C34878D82A}">
                    <a16:rowId xmlns:a16="http://schemas.microsoft.com/office/drawing/2014/main" val="10000"/>
                  </a:ext>
                </a:extLst>
              </a:tr>
              <a:tr h="539496">
                <a:tc>
                  <a:txBody>
                    <a:bodyPr/>
                    <a:lstStyle/>
                    <a:p>
                      <a:pPr marL="0" indent="0">
                        <a:lnSpc>
                          <a:spcPct val="100000"/>
                        </a:lnSpc>
                        <a:spcBef>
                          <a:spcPts val="0"/>
                        </a:spcBef>
                        <a:defRPr sz="1800" b="0">
                          <a:solidFill>
                            <a:srgbClr val="0E2841"/>
                          </a:solidFill>
                          <a:latin typeface="+mn-lt"/>
                        </a:defRPr>
                      </a:pPr>
                      <a:r>
                        <a:rPr lang="es-MX"/>
                        <a:t>Por periodo</a:t>
                      </a:r>
                    </a:p>
                  </a:txBody>
                  <a:tcPr marR="54864" marT="22860" marB="13716">
                    <a:solidFill>
                      <a:srgbClr val="EAF5FA"/>
                    </a:solidFill>
                  </a:tcPr>
                </a:tc>
                <a:tc>
                  <a:txBody>
                    <a:bodyPr/>
                    <a:lstStyle/>
                    <a:p>
                      <a:pPr marL="0" indent="0">
                        <a:lnSpc>
                          <a:spcPct val="100000"/>
                        </a:lnSpc>
                        <a:spcBef>
                          <a:spcPts val="0"/>
                        </a:spcBef>
                        <a:defRPr sz="1800" b="0">
                          <a:solidFill>
                            <a:srgbClr val="0E2841"/>
                          </a:solidFill>
                          <a:latin typeface="+mn-lt"/>
                        </a:defRPr>
                      </a:pPr>
                      <a:r>
                        <a:rPr lang="es-MX"/>
                        <a:t>Filas y matrículas únicas</a:t>
                      </a:r>
                    </a:p>
                  </a:txBody>
                  <a:tcPr marR="54864" marT="22860" marB="13716">
                    <a:solidFill>
                      <a:srgbClr val="EAF5FA"/>
                    </a:solidFill>
                  </a:tcPr>
                </a:tc>
                <a:extLst>
                  <a:ext uri="{0D108BD9-81ED-4DB2-BD59-A6C34878D82A}">
                    <a16:rowId xmlns:a16="http://schemas.microsoft.com/office/drawing/2014/main" val="10001"/>
                  </a:ext>
                </a:extLst>
              </a:tr>
              <a:tr h="539496">
                <a:tc>
                  <a:txBody>
                    <a:bodyPr/>
                    <a:lstStyle/>
                    <a:p>
                      <a:pPr marL="0" indent="0">
                        <a:lnSpc>
                          <a:spcPct val="100000"/>
                        </a:lnSpc>
                        <a:spcBef>
                          <a:spcPts val="0"/>
                        </a:spcBef>
                        <a:defRPr sz="1800" b="0">
                          <a:solidFill>
                            <a:srgbClr val="0E2841"/>
                          </a:solidFill>
                          <a:latin typeface="+mn-lt"/>
                        </a:defRPr>
                      </a:pPr>
                      <a:r>
                        <a:rPr lang="es-MX"/>
                        <a:t>Por periodo</a:t>
                      </a:r>
                    </a:p>
                  </a:txBody>
                  <a:tcPr marR="54864" marT="22860" marB="13716">
                    <a:solidFill>
                      <a:srgbClr val="F7FAFC"/>
                    </a:solidFill>
                  </a:tcPr>
                </a:tc>
                <a:tc>
                  <a:txBody>
                    <a:bodyPr/>
                    <a:lstStyle/>
                    <a:p>
                      <a:pPr marL="0" indent="0">
                        <a:lnSpc>
                          <a:spcPct val="100000"/>
                        </a:lnSpc>
                        <a:spcBef>
                          <a:spcPts val="0"/>
                        </a:spcBef>
                        <a:defRPr sz="1800" b="0">
                          <a:solidFill>
                            <a:srgbClr val="0E2841"/>
                          </a:solidFill>
                          <a:latin typeface="+mn-lt"/>
                        </a:defRPr>
                      </a:pPr>
                      <a:r>
                        <a:rPr lang="es-MX"/>
                        <a:t>Cantidad de netos disponibles y suma monetaria</a:t>
                      </a:r>
                    </a:p>
                  </a:txBody>
                  <a:tcPr marR="54864" marT="22860" marB="13716">
                    <a:solidFill>
                      <a:srgbClr val="F7FAFC"/>
                    </a:solidFill>
                  </a:tcPr>
                </a:tc>
                <a:extLst>
                  <a:ext uri="{0D108BD9-81ED-4DB2-BD59-A6C34878D82A}">
                    <a16:rowId xmlns:a16="http://schemas.microsoft.com/office/drawing/2014/main" val="10002"/>
                  </a:ext>
                </a:extLst>
              </a:tr>
              <a:tr h="539496">
                <a:tc>
                  <a:txBody>
                    <a:bodyPr/>
                    <a:lstStyle/>
                    <a:p>
                      <a:pPr marL="0" indent="0">
                        <a:lnSpc>
                          <a:spcPct val="100000"/>
                        </a:lnSpc>
                        <a:spcBef>
                          <a:spcPts val="0"/>
                        </a:spcBef>
                        <a:defRPr sz="1800" b="0">
                          <a:solidFill>
                            <a:srgbClr val="0E2841"/>
                          </a:solidFill>
                          <a:latin typeface="+mn-lt"/>
                        </a:defRPr>
                      </a:pPr>
                      <a:r>
                        <a:rPr lang="es-MX"/>
                        <a:t>Por id_matricula</a:t>
                      </a:r>
                    </a:p>
                  </a:txBody>
                  <a:tcPr marR="54864" marT="22860" marB="13716">
                    <a:solidFill>
                      <a:srgbClr val="EAF5FA"/>
                    </a:solidFill>
                  </a:tcPr>
                </a:tc>
                <a:tc>
                  <a:txBody>
                    <a:bodyPr/>
                    <a:lstStyle/>
                    <a:p>
                      <a:pPr marL="0" indent="0">
                        <a:lnSpc>
                          <a:spcPct val="100000"/>
                        </a:lnSpc>
                        <a:spcBef>
                          <a:spcPts val="0"/>
                        </a:spcBef>
                        <a:defRPr sz="1800" b="0">
                          <a:solidFill>
                            <a:srgbClr val="0E2841"/>
                          </a:solidFill>
                          <a:latin typeface="+mn-lt"/>
                        </a:defRPr>
                      </a:pPr>
                      <a:r>
                        <a:rPr lang="es-MX"/>
                        <a:t>Comparación de cada valor neto</a:t>
                      </a:r>
                    </a:p>
                  </a:txBody>
                  <a:tcPr marR="54864" marT="22860" marB="13716">
                    <a:solidFill>
                      <a:srgbClr val="EAF5FA"/>
                    </a:solidFill>
                  </a:tcPr>
                </a:tc>
                <a:extLst>
                  <a:ext uri="{0D108BD9-81ED-4DB2-BD59-A6C34878D82A}">
                    <a16:rowId xmlns:a16="http://schemas.microsoft.com/office/drawing/2014/main" val="10003"/>
                  </a:ext>
                </a:extLst>
              </a:tr>
              <a:tr h="539496">
                <a:tc>
                  <a:txBody>
                    <a:bodyPr/>
                    <a:lstStyle/>
                    <a:p>
                      <a:pPr marL="0" indent="0">
                        <a:lnSpc>
                          <a:spcPct val="100000"/>
                        </a:lnSpc>
                        <a:spcBef>
                          <a:spcPts val="0"/>
                        </a:spcBef>
                        <a:defRPr sz="1800" b="0">
                          <a:solidFill>
                            <a:srgbClr val="0E2841"/>
                          </a:solidFill>
                          <a:latin typeface="+mn-lt"/>
                        </a:defRPr>
                      </a:pPr>
                      <a:r>
                        <a:rPr lang="es-MX"/>
                        <a:t>Por cruce</a:t>
                      </a:r>
                    </a:p>
                  </a:txBody>
                  <a:tcPr marR="54864" marT="22860" marB="13716">
                    <a:solidFill>
                      <a:srgbClr val="F7FAFC"/>
                    </a:solidFill>
                  </a:tcPr>
                </a:tc>
                <a:tc>
                  <a:txBody>
                    <a:bodyPr/>
                    <a:lstStyle/>
                    <a:p>
                      <a:pPr marL="0" indent="0">
                        <a:lnSpc>
                          <a:spcPct val="100000"/>
                        </a:lnSpc>
                        <a:spcBef>
                          <a:spcPts val="0"/>
                        </a:spcBef>
                        <a:defRPr sz="1800" b="0">
                          <a:solidFill>
                            <a:srgbClr val="0E2841"/>
                          </a:solidFill>
                          <a:latin typeface="+mn-lt"/>
                        </a:defRPr>
                      </a:pPr>
                      <a:r>
                        <a:rPr lang="es-MX"/>
                        <a:t>Emparejadas / total de matrículas</a:t>
                      </a:r>
                    </a:p>
                  </a:txBody>
                  <a:tcPr marR="54864" marT="22860" marB="13716">
                    <a:solidFill>
                      <a:srgbClr val="F7FAFC"/>
                    </a:solidFill>
                  </a:tcPr>
                </a:tc>
                <a:extLst>
                  <a:ext uri="{0D108BD9-81ED-4DB2-BD59-A6C34878D82A}">
                    <a16:rowId xmlns:a16="http://schemas.microsoft.com/office/drawing/2014/main" val="10004"/>
                  </a:ext>
                </a:extLst>
              </a:tr>
              <a:tr h="539496">
                <a:tc>
                  <a:txBody>
                    <a:bodyPr/>
                    <a:lstStyle/>
                    <a:p>
                      <a:pPr marL="0" indent="0">
                        <a:lnSpc>
                          <a:spcPct val="100000"/>
                        </a:lnSpc>
                        <a:spcBef>
                          <a:spcPts val="0"/>
                        </a:spcBef>
                        <a:defRPr sz="1800" b="0">
                          <a:solidFill>
                            <a:srgbClr val="0E2841"/>
                          </a:solidFill>
                          <a:latin typeface="+mn-lt"/>
                        </a:defRPr>
                      </a:pPr>
                      <a:r>
                        <a:rPr lang="es-MX"/>
                        <a:t>Por muestra</a:t>
                      </a:r>
                    </a:p>
                  </a:txBody>
                  <a:tcPr marR="54864" marT="22860" marB="13716">
                    <a:solidFill>
                      <a:srgbClr val="EAF5FA"/>
                    </a:solidFill>
                  </a:tcPr>
                </a:tc>
                <a:tc>
                  <a:txBody>
                    <a:bodyPr/>
                    <a:lstStyle/>
                    <a:p>
                      <a:pPr marL="0" indent="0">
                        <a:lnSpc>
                          <a:spcPct val="100000"/>
                        </a:lnSpc>
                        <a:spcBef>
                          <a:spcPts val="0"/>
                        </a:spcBef>
                        <a:defRPr sz="1800" b="0">
                          <a:solidFill>
                            <a:srgbClr val="0E2841"/>
                          </a:solidFill>
                          <a:latin typeface="+mn-lt"/>
                        </a:defRPr>
                      </a:pPr>
                      <a:r>
                        <a:rPr lang="es-MX"/>
                        <a:t>Correspondencias entre identidad y atributos</a:t>
                      </a:r>
                    </a:p>
                  </a:txBody>
                  <a:tcPr marR="54864" marT="22860" marB="13716">
                    <a:solidFill>
                      <a:srgbClr val="EAF5FA"/>
                    </a:solidFill>
                  </a:tcPr>
                </a:tc>
                <a:extLst>
                  <a:ext uri="{0D108BD9-81ED-4DB2-BD59-A6C34878D82A}">
                    <a16:rowId xmlns:a16="http://schemas.microsoft.com/office/drawing/2014/main" val="10005"/>
                  </a:ext>
                </a:extLst>
              </a:tr>
            </a:tbl>
          </a:graphicData>
        </a:graphic>
      </p:graphicFrame>
      <p:sp>
        <p:nvSpPr>
          <p:cNvPr id="4" name="TextBox 3"/>
          <p:cNvSpPr txBox="1"/>
          <p:nvPr/>
        </p:nvSpPr>
        <p:spPr>
          <a:xfrm>
            <a:off x="868680" y="5440680"/>
            <a:ext cx="10424160" cy="369332"/>
          </a:xfrm>
          <a:prstGeom prst="rect">
            <a:avLst/>
          </a:prstGeom>
          <a:noFill/>
        </p:spPr>
        <p:txBody>
          <a:bodyPr wrap="square" lIns="0" tIns="0" rIns="0" bIns="0">
            <a:spAutoFit/>
          </a:bodyPr>
          <a:lstStyle/>
          <a:p>
            <a:pPr marL="0" indent="0">
              <a:lnSpc>
                <a:spcPct val="100000"/>
              </a:lnSpc>
              <a:spcBef>
                <a:spcPts val="0"/>
              </a:spcBef>
              <a:defRPr sz="2400" b="1">
                <a:solidFill>
                  <a:srgbClr val="1D4093"/>
                </a:solidFill>
                <a:latin typeface="+mn-lt"/>
              </a:defRPr>
            </a:pPr>
            <a:r>
              <a:t>La salida principal conserva una fila por matrícula.</a:t>
            </a:r>
            <a:endParaRPr lang="es-MX"/>
          </a:p>
        </p:txBody>
      </p:sp>
    </p:spTree>
    <p:extLst>
      <p:ext uri="{BB962C8B-B14F-4D97-AF65-F5344CB8AC3E}">
        <p14:creationId xmlns:p14="http://schemas.microsoft.com/office/powerpoint/2010/main" val="3552669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AF289-A52A-C633-12F2-24C0B11D6253}"/>
              </a:ext>
            </a:extLst>
          </p:cNvPr>
          <p:cNvSpPr>
            <a:spLocks noGrp="1"/>
          </p:cNvSpPr>
          <p:nvPr>
            <p:ph type="title"/>
          </p:nvPr>
        </p:nvSpPr>
        <p:spPr/>
        <p:txBody>
          <a:bodyPr wrap="square" lIns="0" tIns="0" rIns="0" bIns="0">
            <a:normAutofit/>
          </a:bodyPr>
          <a:lstStyle/>
          <a:p>
            <a:pPr marL="0" indent="0">
              <a:lnSpc>
                <a:spcPct val="100000"/>
              </a:lnSpc>
              <a:spcBef>
                <a:spcPts val="0"/>
              </a:spcBef>
              <a:defRPr sz="3200" b="1">
                <a:solidFill>
                  <a:srgbClr val="1D4093"/>
                </a:solidFill>
                <a:latin typeface="+mn-lt"/>
              </a:defRPr>
            </a:pPr>
            <a:r>
              <a:rPr lang="es-MX" sz="3200"/>
              <a:t>Quiz 4 · Misma cantidad, ¿resultado correcto?</a:t>
            </a:r>
          </a:p>
        </p:txBody>
      </p:sp>
      <p:sp>
        <p:nvSpPr>
          <p:cNvPr id="3" name="TextBox 2"/>
          <p:cNvSpPr txBox="1"/>
          <p:nvPr/>
        </p:nvSpPr>
        <p:spPr>
          <a:xfrm>
            <a:off x="868680" y="1737360"/>
            <a:ext cx="10424160" cy="369332"/>
          </a:xfrm>
          <a:prstGeom prst="rect">
            <a:avLst/>
          </a:prstGeom>
          <a:noFill/>
        </p:spPr>
        <p:txBody>
          <a:bodyPr wrap="square" lIns="0" tIns="0" rIns="0" bIns="0">
            <a:spAutoFit/>
          </a:bodyPr>
          <a:lstStyle/>
          <a:p>
            <a:pPr marL="0" indent="0">
              <a:lnSpc>
                <a:spcPct val="100000"/>
              </a:lnSpc>
              <a:spcBef>
                <a:spcPts val="0"/>
              </a:spcBef>
              <a:defRPr sz="2400" b="0">
                <a:solidFill>
                  <a:srgbClr val="0E2841"/>
                </a:solidFill>
                <a:latin typeface="+mn-lt"/>
              </a:defRPr>
            </a:pPr>
            <a:r>
              <a:t>Una unión conserva 119 filas. ¿Qué podemos concluir?</a:t>
            </a:r>
            <a:endParaRPr lang="es-MX"/>
          </a:p>
        </p:txBody>
      </p:sp>
      <p:sp>
        <p:nvSpPr>
          <p:cNvPr id="4" name="TextBox 3"/>
          <p:cNvSpPr txBox="1"/>
          <p:nvPr/>
        </p:nvSpPr>
        <p:spPr>
          <a:xfrm>
            <a:off x="1051560" y="2697480"/>
            <a:ext cx="10058400" cy="307777"/>
          </a:xfrm>
          <a:prstGeom prst="rect">
            <a:avLst/>
          </a:prstGeom>
          <a:noFill/>
        </p:spPr>
        <p:txBody>
          <a:bodyPr wrap="square" lIns="0" tIns="0" rIns="0" bIns="0">
            <a:spAutoFit/>
          </a:bodyPr>
          <a:lstStyle/>
          <a:p>
            <a:pPr marL="0" indent="0">
              <a:lnSpc>
                <a:spcPct val="100000"/>
              </a:lnSpc>
              <a:spcBef>
                <a:spcPts val="0"/>
              </a:spcBef>
              <a:defRPr sz="2000" b="0">
                <a:solidFill>
                  <a:srgbClr val="0E2841"/>
                </a:solidFill>
                <a:latin typeface="+mn-lt"/>
              </a:defRPr>
            </a:pPr>
            <a:r>
              <a:rPr lang="es-MX" sz="2000"/>
              <a:t>A.  Eso prueba calidad completa.</a:t>
            </a:r>
          </a:p>
        </p:txBody>
      </p:sp>
      <p:sp>
        <p:nvSpPr>
          <p:cNvPr id="5" name="TextBox 4"/>
          <p:cNvSpPr txBox="1"/>
          <p:nvPr/>
        </p:nvSpPr>
        <p:spPr>
          <a:xfrm>
            <a:off x="1051560" y="3310128"/>
            <a:ext cx="10058400" cy="307777"/>
          </a:xfrm>
          <a:prstGeom prst="rect">
            <a:avLst/>
          </a:prstGeom>
          <a:noFill/>
        </p:spPr>
        <p:txBody>
          <a:bodyPr wrap="square" lIns="0" tIns="0" rIns="0" bIns="0">
            <a:spAutoFit/>
          </a:bodyPr>
          <a:lstStyle/>
          <a:p>
            <a:pPr marL="0" indent="0">
              <a:lnSpc>
                <a:spcPct val="100000"/>
              </a:lnSpc>
              <a:spcBef>
                <a:spcPts val="0"/>
              </a:spcBef>
              <a:defRPr sz="2000" b="0">
                <a:solidFill>
                  <a:srgbClr val="0E2841"/>
                </a:solidFill>
                <a:latin typeface="+mn-lt"/>
              </a:defRPr>
            </a:pPr>
            <a:r>
              <a:rPr lang="es-MX" sz="2000"/>
              <a:t>B.  Eso prueba cobertura del 100 %.</a:t>
            </a:r>
          </a:p>
        </p:txBody>
      </p:sp>
      <p:sp>
        <p:nvSpPr>
          <p:cNvPr id="6" name="TextBox 5"/>
          <p:cNvSpPr txBox="1"/>
          <p:nvPr/>
        </p:nvSpPr>
        <p:spPr>
          <a:xfrm>
            <a:off x="1051560" y="3922776"/>
            <a:ext cx="10058400" cy="307777"/>
          </a:xfrm>
          <a:prstGeom prst="rect">
            <a:avLst/>
          </a:prstGeom>
          <a:noFill/>
        </p:spPr>
        <p:txBody>
          <a:bodyPr wrap="square" lIns="0" tIns="0" rIns="0" bIns="0">
            <a:spAutoFit/>
          </a:bodyPr>
          <a:lstStyle/>
          <a:p>
            <a:pPr marL="0" indent="0">
              <a:lnSpc>
                <a:spcPct val="100000"/>
              </a:lnSpc>
              <a:spcBef>
                <a:spcPts val="0"/>
              </a:spcBef>
              <a:defRPr sz="2000" b="0">
                <a:solidFill>
                  <a:srgbClr val="0E2841"/>
                </a:solidFill>
                <a:latin typeface="+mn-lt"/>
              </a:defRPr>
            </a:pPr>
            <a:r>
              <a:rPr lang="es-MX" sz="2000"/>
              <a:t>C.  También hay que revisar correspondencias, indicadores, unicidad y valores.</a:t>
            </a:r>
          </a:p>
        </p:txBody>
      </p:sp>
      <p:sp>
        <p:nvSpPr>
          <p:cNvPr id="7" name="TextBox 6"/>
          <p:cNvSpPr txBox="1"/>
          <p:nvPr/>
        </p:nvSpPr>
        <p:spPr>
          <a:xfrm>
            <a:off x="1051560" y="4535424"/>
            <a:ext cx="10058400" cy="307777"/>
          </a:xfrm>
          <a:prstGeom prst="rect">
            <a:avLst/>
          </a:prstGeom>
          <a:noFill/>
        </p:spPr>
        <p:txBody>
          <a:bodyPr wrap="square" lIns="0" tIns="0" rIns="0" bIns="0">
            <a:spAutoFit/>
          </a:bodyPr>
          <a:lstStyle/>
          <a:p>
            <a:pPr marL="0" indent="0">
              <a:lnSpc>
                <a:spcPct val="100000"/>
              </a:lnSpc>
              <a:spcBef>
                <a:spcPts val="0"/>
              </a:spcBef>
              <a:defRPr sz="2000" b="0">
                <a:solidFill>
                  <a:srgbClr val="0E2841"/>
                </a:solidFill>
                <a:latin typeface="+mn-lt"/>
              </a:defRPr>
            </a:pPr>
            <a:r>
              <a:rPr lang="es-MX" sz="2000"/>
              <a:t>D.  Ya no necesita validar llaves.</a:t>
            </a:r>
          </a:p>
        </p:txBody>
      </p:sp>
      <p:sp>
        <p:nvSpPr>
          <p:cNvPr id="8" name="TextBox 7"/>
          <p:cNvSpPr txBox="1"/>
          <p:nvPr/>
        </p:nvSpPr>
        <p:spPr>
          <a:xfrm>
            <a:off x="868680" y="5394960"/>
            <a:ext cx="10424160" cy="282065"/>
          </a:xfrm>
          <a:prstGeom prst="rect">
            <a:avLst/>
          </a:prstGeom>
          <a:noFill/>
        </p:spPr>
        <p:txBody>
          <a:bodyPr wrap="square" lIns="0" tIns="0" rIns="0" bIns="0">
            <a:spAutoFit/>
          </a:bodyPr>
          <a:lstStyle/>
          <a:p>
            <a:pPr marL="0" indent="0">
              <a:lnSpc>
                <a:spcPct val="105000"/>
              </a:lnSpc>
              <a:spcBef>
                <a:spcPts val="0"/>
              </a:spcBef>
              <a:spcAft>
                <a:spcPts val="700"/>
              </a:spcAft>
              <a:buNone/>
              <a:defRPr sz="1800" b="0">
                <a:solidFill>
                  <a:srgbClr val="1D4093"/>
                </a:solidFill>
                <a:latin typeface="+mn-lt"/>
              </a:defRPr>
            </a:pPr>
            <a:r>
              <a:t>Responde por voz o chat y explica tu criterio.</a:t>
            </a:r>
            <a:endParaRPr lang="es-MX"/>
          </a:p>
        </p:txBody>
      </p:sp>
    </p:spTree>
    <p:extLst>
      <p:ext uri="{BB962C8B-B14F-4D97-AF65-F5344CB8AC3E}">
        <p14:creationId xmlns:p14="http://schemas.microsoft.com/office/powerpoint/2010/main" val="3552669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AE81B89-0F34-6A24-80AE-7A07D7447EDF}"/>
              </a:ext>
            </a:extLst>
          </p:cNvPr>
          <p:cNvSpPr>
            <a:spLocks noGrp="1"/>
          </p:cNvSpPr>
          <p:nvPr>
            <p:ph type="title"/>
          </p:nvPr>
        </p:nvSpPr>
        <p:spPr/>
        <p:txBody>
          <a:bodyPr wrap="square" lIns="0" tIns="0" rIns="0" bIns="0">
            <a:normAutofit/>
          </a:bodyPr>
          <a:lstStyle/>
          <a:p>
            <a:pPr marL="0" indent="0">
              <a:lnSpc>
                <a:spcPct val="100000"/>
              </a:lnSpc>
              <a:spcBef>
                <a:spcPts val="0"/>
              </a:spcBef>
              <a:defRPr sz="3200" b="1">
                <a:solidFill>
                  <a:srgbClr val="FFFFFF"/>
                </a:solidFill>
                <a:latin typeface="+mn-lt"/>
              </a:defRPr>
            </a:pPr>
            <a:r>
              <a:rPr lang="es-MX" sz="3200"/>
              <a:t>Respuesta 4</a:t>
            </a:r>
          </a:p>
          <a:p>
            <a:pPr marL="0" indent="0">
              <a:lnSpc>
                <a:spcPct val="100000"/>
              </a:lnSpc>
              <a:spcBef>
                <a:spcPts val="0"/>
              </a:spcBef>
              <a:defRPr sz="3200" b="1">
                <a:solidFill>
                  <a:srgbClr val="FFFFFF"/>
                </a:solidFill>
                <a:latin typeface="+mn-lt"/>
              </a:defRPr>
            </a:pPr>
            <a:r>
              <a:rPr lang="es-MX" sz="3200"/>
              <a:t>Evidencia complementaria</a:t>
            </a:r>
          </a:p>
        </p:txBody>
      </p:sp>
      <p:sp>
        <p:nvSpPr>
          <p:cNvPr id="5" name="Text Placeholder 4">
            <a:extLst>
              <a:ext uri="{FF2B5EF4-FFF2-40B4-BE49-F238E27FC236}">
                <a16:creationId xmlns:a16="http://schemas.microsoft.com/office/drawing/2014/main" id="{F9B14905-158C-2875-1507-71D41FCDBFED}"/>
              </a:ext>
            </a:extLst>
          </p:cNvPr>
          <p:cNvSpPr>
            <a:spLocks noGrp="1"/>
          </p:cNvSpPr>
          <p:nvPr>
            <p:ph type="body" sz="half" idx="2"/>
          </p:nvPr>
        </p:nvSpPr>
        <p:spPr/>
        <p:txBody>
          <a:bodyPr wrap="square" lIns="0" tIns="0" rIns="0" bIns="0"/>
          <a:lstStyle/>
          <a:p>
            <a:pPr marL="0" indent="0">
              <a:lnSpc>
                <a:spcPct val="105000"/>
              </a:lnSpc>
              <a:spcBef>
                <a:spcPts val="0"/>
              </a:spcBef>
              <a:spcAft>
                <a:spcPts val="700"/>
              </a:spcAft>
              <a:buNone/>
              <a:defRPr sz="1600" b="0">
                <a:solidFill>
                  <a:srgbClr val="FFFFFF"/>
                </a:solidFill>
                <a:latin typeface="+mn-lt"/>
              </a:defRPr>
            </a:pPr>
            <a:r>
              <a:rPr sz="6000" b="1" dirty="0"/>
              <a:t>C</a:t>
            </a:r>
            <a:endParaRPr lang="es-MX" sz="6000" b="1" dirty="0"/>
          </a:p>
          <a:p>
            <a:pPr marL="0" indent="0">
              <a:lnSpc>
                <a:spcPct val="105000"/>
              </a:lnSpc>
              <a:spcBef>
                <a:spcPts val="0"/>
              </a:spcBef>
              <a:spcAft>
                <a:spcPts val="700"/>
              </a:spcAft>
              <a:buNone/>
              <a:defRPr sz="1600" b="0">
                <a:solidFill>
                  <a:srgbClr val="FFFFFF"/>
                </a:solidFill>
                <a:latin typeface="+mn-lt"/>
              </a:defRPr>
            </a:pPr>
            <a:endParaRPr lang="es-MX" dirty="0"/>
          </a:p>
          <a:p>
            <a:pPr marL="0" indent="0">
              <a:lnSpc>
                <a:spcPct val="105000"/>
              </a:lnSpc>
              <a:spcBef>
                <a:spcPts val="0"/>
              </a:spcBef>
              <a:spcAft>
                <a:spcPts val="700"/>
              </a:spcAft>
              <a:buNone/>
              <a:defRPr sz="1600" b="0">
                <a:solidFill>
                  <a:srgbClr val="FFFFFF"/>
                </a:solidFill>
                <a:latin typeface="+mn-lt"/>
              </a:defRPr>
            </a:pPr>
            <a:r>
              <a:rPr dirty="0" err="1"/>
              <a:t>Mantener</a:t>
            </a:r>
            <a:r>
              <a:rPr dirty="0"/>
              <a:t> 119 </a:t>
            </a:r>
            <a:r>
              <a:rPr dirty="0" err="1"/>
              <a:t>filas</a:t>
            </a:r>
            <a:r>
              <a:rPr dirty="0"/>
              <a:t> no </a:t>
            </a:r>
            <a:r>
              <a:rPr dirty="0" err="1"/>
              <a:t>garantiza</a:t>
            </a:r>
            <a:r>
              <a:rPr dirty="0"/>
              <a:t> </a:t>
            </a:r>
            <a:r>
              <a:rPr dirty="0" err="1"/>
              <a:t>correspondencias</a:t>
            </a:r>
            <a:r>
              <a:rPr dirty="0"/>
              <a:t> </a:t>
            </a:r>
            <a:r>
              <a:rPr dirty="0" err="1"/>
              <a:t>correctas</a:t>
            </a:r>
            <a:r>
              <a:rPr dirty="0"/>
              <a:t>.</a:t>
            </a:r>
            <a:endParaRPr lang="es-MX" dirty="0"/>
          </a:p>
          <a:p>
            <a:pPr marL="0" indent="0">
              <a:lnSpc>
                <a:spcPct val="105000"/>
              </a:lnSpc>
              <a:spcBef>
                <a:spcPts val="0"/>
              </a:spcBef>
              <a:spcAft>
                <a:spcPts val="700"/>
              </a:spcAft>
              <a:buNone/>
              <a:defRPr sz="1600" b="0">
                <a:solidFill>
                  <a:srgbClr val="FFFFFF"/>
                </a:solidFill>
                <a:latin typeface="+mn-lt"/>
              </a:defRPr>
            </a:pPr>
            <a:endParaRPr lang="es-MX" dirty="0"/>
          </a:p>
          <a:p>
            <a:pPr marL="0" indent="0">
              <a:lnSpc>
                <a:spcPct val="105000"/>
              </a:lnSpc>
              <a:spcBef>
                <a:spcPts val="0"/>
              </a:spcBef>
              <a:spcAft>
                <a:spcPts val="700"/>
              </a:spcAft>
              <a:buNone/>
              <a:defRPr sz="1600" b="0">
                <a:solidFill>
                  <a:srgbClr val="FFFFFF"/>
                </a:solidFill>
                <a:latin typeface="+mn-lt"/>
              </a:defRPr>
            </a:pPr>
            <a:r>
              <a:rPr dirty="0"/>
              <a:t>Cada control </a:t>
            </a:r>
            <a:r>
              <a:rPr dirty="0" err="1"/>
              <a:t>aporta</a:t>
            </a:r>
            <a:r>
              <a:rPr dirty="0"/>
              <a:t> </a:t>
            </a:r>
            <a:r>
              <a:rPr dirty="0" err="1"/>
              <a:t>evidencia</a:t>
            </a:r>
            <a:r>
              <a:rPr dirty="0"/>
              <a:t> </a:t>
            </a:r>
            <a:r>
              <a:rPr dirty="0" err="1"/>
              <a:t>distinta</a:t>
            </a:r>
            <a:r>
              <a:rPr dirty="0"/>
              <a:t>.</a:t>
            </a:r>
            <a:endParaRPr lang="es-MX" dirty="0"/>
          </a:p>
        </p:txBody>
      </p:sp>
      <p:sp>
        <p:nvSpPr>
          <p:cNvPr id="6" name="TextBox 5"/>
          <p:cNvSpPr txBox="1"/>
          <p:nvPr/>
        </p:nvSpPr>
        <p:spPr>
          <a:xfrm>
            <a:off x="5184648" y="1371600"/>
            <a:ext cx="5943600" cy="369332"/>
          </a:xfrm>
          <a:prstGeom prst="rect">
            <a:avLst/>
          </a:prstGeom>
          <a:noFill/>
        </p:spPr>
        <p:txBody>
          <a:bodyPr wrap="square" lIns="0" tIns="0" rIns="0" bIns="0">
            <a:spAutoFit/>
          </a:bodyPr>
          <a:lstStyle/>
          <a:p>
            <a:pPr marL="0" indent="0">
              <a:lnSpc>
                <a:spcPct val="100000"/>
              </a:lnSpc>
              <a:spcBef>
                <a:spcPts val="0"/>
              </a:spcBef>
              <a:defRPr sz="2400" b="1">
                <a:solidFill>
                  <a:srgbClr val="1D4093"/>
                </a:solidFill>
                <a:latin typeface="+mn-lt"/>
              </a:defRPr>
            </a:pPr>
            <a:r>
              <a:t>Mismo conteo</a:t>
            </a:r>
            <a:endParaRPr lang="es-MX"/>
          </a:p>
        </p:txBody>
      </p:sp>
      <p:sp>
        <p:nvSpPr>
          <p:cNvPr id="7" name="TextBox 6"/>
          <p:cNvSpPr txBox="1"/>
          <p:nvPr/>
        </p:nvSpPr>
        <p:spPr>
          <a:xfrm>
            <a:off x="5184648" y="2057400"/>
            <a:ext cx="5943600" cy="738664"/>
          </a:xfrm>
          <a:prstGeom prst="rect">
            <a:avLst/>
          </a:prstGeom>
          <a:noFill/>
        </p:spPr>
        <p:txBody>
          <a:bodyPr wrap="square" lIns="0" tIns="0" rIns="0" bIns="0">
            <a:spAutoFit/>
          </a:bodyPr>
          <a:lstStyle/>
          <a:p>
            <a:pPr marL="0" indent="0">
              <a:lnSpc>
                <a:spcPct val="100000"/>
              </a:lnSpc>
              <a:spcBef>
                <a:spcPts val="0"/>
              </a:spcBef>
              <a:defRPr sz="2400" b="0">
                <a:solidFill>
                  <a:srgbClr val="0E2841"/>
                </a:solidFill>
                <a:latin typeface="+mn-lt"/>
              </a:defRPr>
            </a:pPr>
            <a:r>
              <a:t>Puede coexistir con una llave errónea, muchos pendientes o atributos alterados.</a:t>
            </a:r>
            <a:endParaRPr lang="es-MX"/>
          </a:p>
        </p:txBody>
      </p:sp>
      <p:sp>
        <p:nvSpPr>
          <p:cNvPr id="8" name="TextBox 7"/>
          <p:cNvSpPr txBox="1"/>
          <p:nvPr/>
        </p:nvSpPr>
        <p:spPr>
          <a:xfrm>
            <a:off x="5184648" y="3794760"/>
            <a:ext cx="5943600" cy="738664"/>
          </a:xfrm>
          <a:prstGeom prst="rect">
            <a:avLst/>
          </a:prstGeom>
          <a:noFill/>
        </p:spPr>
        <p:txBody>
          <a:bodyPr wrap="square" lIns="0" tIns="0" rIns="0" bIns="0">
            <a:spAutoFit/>
          </a:bodyPr>
          <a:lstStyle/>
          <a:p>
            <a:pPr marL="0" indent="0">
              <a:lnSpc>
                <a:spcPct val="100000"/>
              </a:lnSpc>
              <a:spcBef>
                <a:spcPts val="0"/>
              </a:spcBef>
              <a:defRPr sz="2400" b="0">
                <a:solidFill>
                  <a:srgbClr val="1D4093"/>
                </a:solidFill>
                <a:latin typeface="+mn-lt"/>
              </a:defRPr>
            </a:pPr>
            <a:r>
              <a:t>Incluso una suma igual puede ocultar cambios en valores individuales.</a:t>
            </a:r>
            <a:endParaRPr lang="es-MX"/>
          </a:p>
        </p:txBody>
      </p:sp>
    </p:spTree>
    <p:extLst>
      <p:ext uri="{BB962C8B-B14F-4D97-AF65-F5344CB8AC3E}">
        <p14:creationId xmlns:p14="http://schemas.microsoft.com/office/powerpoint/2010/main" val="6979997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AF289-A52A-C633-12F2-24C0B11D6253}"/>
              </a:ext>
            </a:extLst>
          </p:cNvPr>
          <p:cNvSpPr>
            <a:spLocks noGrp="1"/>
          </p:cNvSpPr>
          <p:nvPr>
            <p:ph type="title"/>
          </p:nvPr>
        </p:nvSpPr>
        <p:spPr/>
        <p:txBody>
          <a:bodyPr wrap="square" lIns="0" tIns="0" rIns="0" bIns="0"/>
          <a:lstStyle/>
          <a:p>
            <a:pPr marL="0" indent="0">
              <a:lnSpc>
                <a:spcPct val="100000"/>
              </a:lnSpc>
              <a:spcBef>
                <a:spcPts val="0"/>
              </a:spcBef>
              <a:defRPr sz="3200" b="1">
                <a:solidFill>
                  <a:srgbClr val="1D4093"/>
                </a:solidFill>
                <a:latin typeface="+mn-lt"/>
              </a:defRPr>
            </a:pPr>
            <a:r>
              <a:rPr lang="es-MX" sz="3200"/>
              <a:t>Resultados verificados del laboratorio</a:t>
            </a:r>
          </a:p>
        </p:txBody>
      </p:sp>
      <p:graphicFrame>
        <p:nvGraphicFramePr>
          <p:cNvPr id="3" name="Table 2"/>
          <p:cNvGraphicFramePr>
            <a:graphicFrameLocks noGrp="1"/>
          </p:cNvGraphicFramePr>
          <p:nvPr>
            <p:extLst>
              <p:ext uri="{D42A27DB-BD31-4B8C-83A1-F6EECF244321}">
                <p14:modId xmlns:p14="http://schemas.microsoft.com/office/powerpoint/2010/main" val="2834627781"/>
              </p:ext>
            </p:extLst>
          </p:nvPr>
        </p:nvGraphicFramePr>
        <p:xfrm>
          <a:off x="838200" y="1415090"/>
          <a:ext cx="10424159" cy="1453896"/>
        </p:xfrm>
        <a:graphic>
          <a:graphicData uri="http://schemas.openxmlformats.org/drawingml/2006/table">
            <a:tbl>
              <a:tblPr firstRow="1" bandRow="1">
                <a:tableStyleId>{5C22544A-7EE6-4342-B048-85BDC9FD1C3A}</a:tableStyleId>
              </a:tblPr>
              <a:tblGrid>
                <a:gridCol w="4292301">
                  <a:extLst>
                    <a:ext uri="{9D8B030D-6E8A-4147-A177-3AD203B41FA5}">
                      <a16:colId xmlns:a16="http://schemas.microsoft.com/office/drawing/2014/main" val="20000"/>
                    </a:ext>
                  </a:extLst>
                </a:gridCol>
                <a:gridCol w="2146150">
                  <a:extLst>
                    <a:ext uri="{9D8B030D-6E8A-4147-A177-3AD203B41FA5}">
                      <a16:colId xmlns:a16="http://schemas.microsoft.com/office/drawing/2014/main" val="20001"/>
                    </a:ext>
                  </a:extLst>
                </a:gridCol>
                <a:gridCol w="1992854">
                  <a:extLst>
                    <a:ext uri="{9D8B030D-6E8A-4147-A177-3AD203B41FA5}">
                      <a16:colId xmlns:a16="http://schemas.microsoft.com/office/drawing/2014/main" val="20002"/>
                    </a:ext>
                  </a:extLst>
                </a:gridCol>
                <a:gridCol w="1992854">
                  <a:extLst>
                    <a:ext uri="{9D8B030D-6E8A-4147-A177-3AD203B41FA5}">
                      <a16:colId xmlns:a16="http://schemas.microsoft.com/office/drawing/2014/main" val="20003"/>
                    </a:ext>
                  </a:extLst>
                </a:gridCol>
              </a:tblGrid>
              <a:tr h="484632">
                <a:tc>
                  <a:txBody>
                    <a:bodyPr/>
                    <a:lstStyle/>
                    <a:p>
                      <a:pPr marL="0" indent="0">
                        <a:lnSpc>
                          <a:spcPct val="100000"/>
                        </a:lnSpc>
                        <a:spcBef>
                          <a:spcPts val="0"/>
                        </a:spcBef>
                        <a:defRPr sz="1800" b="1">
                          <a:solidFill>
                            <a:srgbClr val="FFFFFF"/>
                          </a:solidFill>
                          <a:latin typeface="+mn-lt"/>
                        </a:defRPr>
                      </a:pPr>
                      <a:r>
                        <a:rPr lang="es-MX"/>
                        <a:t>Cruce (119 matrículas)</a:t>
                      </a:r>
                    </a:p>
                  </a:txBody>
                  <a:tcPr marR="54864" marT="22860" marB="13716">
                    <a:solidFill>
                      <a:srgbClr val="1D4093"/>
                    </a:solidFill>
                  </a:tcPr>
                </a:tc>
                <a:tc>
                  <a:txBody>
                    <a:bodyPr/>
                    <a:lstStyle/>
                    <a:p>
                      <a:pPr marL="0" indent="0">
                        <a:lnSpc>
                          <a:spcPct val="100000"/>
                        </a:lnSpc>
                        <a:spcBef>
                          <a:spcPts val="0"/>
                        </a:spcBef>
                        <a:defRPr sz="1800" b="1">
                          <a:solidFill>
                            <a:srgbClr val="FFFFFF"/>
                          </a:solidFill>
                          <a:latin typeface="+mn-lt"/>
                        </a:defRPr>
                      </a:pPr>
                      <a:r>
                        <a:rPr lang="es-MX"/>
                        <a:t>Emparejadas</a:t>
                      </a:r>
                    </a:p>
                  </a:txBody>
                  <a:tcPr marR="54864" marT="22860" marB="13716">
                    <a:solidFill>
                      <a:srgbClr val="1D4093"/>
                    </a:solidFill>
                  </a:tcPr>
                </a:tc>
                <a:tc>
                  <a:txBody>
                    <a:bodyPr/>
                    <a:lstStyle/>
                    <a:p>
                      <a:pPr marL="0" indent="0">
                        <a:lnSpc>
                          <a:spcPct val="100000"/>
                        </a:lnSpc>
                        <a:spcBef>
                          <a:spcPts val="0"/>
                        </a:spcBef>
                        <a:defRPr sz="1800" b="1">
                          <a:solidFill>
                            <a:srgbClr val="FFFFFF"/>
                          </a:solidFill>
                          <a:latin typeface="+mn-lt"/>
                        </a:defRPr>
                      </a:pPr>
                      <a:r>
                        <a:rPr lang="es-MX"/>
                        <a:t>Pendientes</a:t>
                      </a:r>
                    </a:p>
                  </a:txBody>
                  <a:tcPr marR="54864" marT="22860" marB="13716">
                    <a:solidFill>
                      <a:srgbClr val="1D4093"/>
                    </a:solidFill>
                  </a:tcPr>
                </a:tc>
                <a:tc>
                  <a:txBody>
                    <a:bodyPr/>
                    <a:lstStyle/>
                    <a:p>
                      <a:pPr marL="0" indent="0">
                        <a:lnSpc>
                          <a:spcPct val="100000"/>
                        </a:lnSpc>
                        <a:spcBef>
                          <a:spcPts val="0"/>
                        </a:spcBef>
                        <a:defRPr sz="1800" b="1">
                          <a:solidFill>
                            <a:srgbClr val="FFFFFF"/>
                          </a:solidFill>
                          <a:latin typeface="+mn-lt"/>
                        </a:defRPr>
                      </a:pPr>
                      <a:r>
                        <a:rPr lang="es-MX"/>
                        <a:t>Cobertura</a:t>
                      </a:r>
                    </a:p>
                  </a:txBody>
                  <a:tcPr marR="54864" marT="22860" marB="13716">
                    <a:solidFill>
                      <a:srgbClr val="1D4093"/>
                    </a:solidFill>
                  </a:tcPr>
                </a:tc>
                <a:extLst>
                  <a:ext uri="{0D108BD9-81ED-4DB2-BD59-A6C34878D82A}">
                    <a16:rowId xmlns:a16="http://schemas.microsoft.com/office/drawing/2014/main" val="10000"/>
                  </a:ext>
                </a:extLst>
              </a:tr>
              <a:tr h="484632">
                <a:tc>
                  <a:txBody>
                    <a:bodyPr/>
                    <a:lstStyle/>
                    <a:p>
                      <a:pPr marL="0" indent="0">
                        <a:lnSpc>
                          <a:spcPct val="100000"/>
                        </a:lnSpc>
                        <a:spcBef>
                          <a:spcPts val="0"/>
                        </a:spcBef>
                        <a:defRPr sz="1800" b="0">
                          <a:solidFill>
                            <a:srgbClr val="0E2841"/>
                          </a:solidFill>
                          <a:latin typeface="+mn-lt"/>
                        </a:defRPr>
                      </a:pPr>
                      <a:r>
                        <a:rPr lang="es-MX"/>
                        <a:t>Estudiantes</a:t>
                      </a:r>
                    </a:p>
                  </a:txBody>
                  <a:tcPr marR="54864" marT="22860" marB="13716">
                    <a:solidFill>
                      <a:srgbClr val="EAF5FA"/>
                    </a:solidFill>
                  </a:tcPr>
                </a:tc>
                <a:tc>
                  <a:txBody>
                    <a:bodyPr/>
                    <a:lstStyle/>
                    <a:p>
                      <a:pPr marL="0" indent="0">
                        <a:lnSpc>
                          <a:spcPct val="100000"/>
                        </a:lnSpc>
                        <a:spcBef>
                          <a:spcPts val="0"/>
                        </a:spcBef>
                        <a:defRPr sz="1800" b="0">
                          <a:solidFill>
                            <a:srgbClr val="0E2841"/>
                          </a:solidFill>
                          <a:latin typeface="+mn-lt"/>
                        </a:defRPr>
                      </a:pPr>
                      <a:r>
                        <a:rPr lang="es-MX"/>
                        <a:t>113</a:t>
                      </a:r>
                    </a:p>
                  </a:txBody>
                  <a:tcPr marR="54864" marT="22860" marB="13716">
                    <a:solidFill>
                      <a:srgbClr val="EAF5FA"/>
                    </a:solidFill>
                  </a:tcPr>
                </a:tc>
                <a:tc>
                  <a:txBody>
                    <a:bodyPr/>
                    <a:lstStyle/>
                    <a:p>
                      <a:pPr marL="0" indent="0">
                        <a:lnSpc>
                          <a:spcPct val="100000"/>
                        </a:lnSpc>
                        <a:spcBef>
                          <a:spcPts val="0"/>
                        </a:spcBef>
                        <a:defRPr sz="1800" b="0">
                          <a:solidFill>
                            <a:srgbClr val="0E2841"/>
                          </a:solidFill>
                          <a:latin typeface="+mn-lt"/>
                        </a:defRPr>
                      </a:pPr>
                      <a:r>
                        <a:rPr lang="es-MX"/>
                        <a:t>6</a:t>
                      </a:r>
                    </a:p>
                  </a:txBody>
                  <a:tcPr marR="54864" marT="22860" marB="13716">
                    <a:solidFill>
                      <a:srgbClr val="EAF5FA"/>
                    </a:solidFill>
                  </a:tcPr>
                </a:tc>
                <a:tc>
                  <a:txBody>
                    <a:bodyPr/>
                    <a:lstStyle/>
                    <a:p>
                      <a:pPr marL="0" indent="0">
                        <a:lnSpc>
                          <a:spcPct val="100000"/>
                        </a:lnSpc>
                        <a:spcBef>
                          <a:spcPts val="0"/>
                        </a:spcBef>
                        <a:defRPr sz="1800" b="0">
                          <a:solidFill>
                            <a:srgbClr val="0E2841"/>
                          </a:solidFill>
                          <a:latin typeface="+mn-lt"/>
                        </a:defRPr>
                      </a:pPr>
                      <a:r>
                        <a:rPr lang="es-MX"/>
                        <a:t>94,96 %</a:t>
                      </a:r>
                    </a:p>
                  </a:txBody>
                  <a:tcPr marR="54864" marT="22860" marB="13716">
                    <a:solidFill>
                      <a:srgbClr val="EAF5FA"/>
                    </a:solidFill>
                  </a:tcPr>
                </a:tc>
                <a:extLst>
                  <a:ext uri="{0D108BD9-81ED-4DB2-BD59-A6C34878D82A}">
                    <a16:rowId xmlns:a16="http://schemas.microsoft.com/office/drawing/2014/main" val="10001"/>
                  </a:ext>
                </a:extLst>
              </a:tr>
              <a:tr h="484632">
                <a:tc>
                  <a:txBody>
                    <a:bodyPr/>
                    <a:lstStyle/>
                    <a:p>
                      <a:pPr marL="0" indent="0">
                        <a:lnSpc>
                          <a:spcPct val="100000"/>
                        </a:lnSpc>
                        <a:spcBef>
                          <a:spcPts val="0"/>
                        </a:spcBef>
                        <a:defRPr sz="1800" b="0">
                          <a:solidFill>
                            <a:srgbClr val="0E2841"/>
                          </a:solidFill>
                          <a:latin typeface="+mn-lt"/>
                        </a:defRPr>
                      </a:pPr>
                      <a:r>
                        <a:rPr lang="es-MX"/>
                        <a:t>Programas</a:t>
                      </a:r>
                    </a:p>
                  </a:txBody>
                  <a:tcPr marR="54864" marT="22860" marB="13716">
                    <a:solidFill>
                      <a:srgbClr val="F7FAFC"/>
                    </a:solidFill>
                  </a:tcPr>
                </a:tc>
                <a:tc>
                  <a:txBody>
                    <a:bodyPr/>
                    <a:lstStyle/>
                    <a:p>
                      <a:pPr marL="0" indent="0">
                        <a:lnSpc>
                          <a:spcPct val="100000"/>
                        </a:lnSpc>
                        <a:spcBef>
                          <a:spcPts val="0"/>
                        </a:spcBef>
                        <a:defRPr sz="1800" b="0">
                          <a:solidFill>
                            <a:srgbClr val="0E2841"/>
                          </a:solidFill>
                          <a:latin typeface="+mn-lt"/>
                        </a:defRPr>
                      </a:pPr>
                      <a:r>
                        <a:rPr lang="es-MX"/>
                        <a:t>117</a:t>
                      </a:r>
                    </a:p>
                  </a:txBody>
                  <a:tcPr marR="54864" marT="22860" marB="13716">
                    <a:solidFill>
                      <a:srgbClr val="F7FAFC"/>
                    </a:solidFill>
                  </a:tcPr>
                </a:tc>
                <a:tc>
                  <a:txBody>
                    <a:bodyPr/>
                    <a:lstStyle/>
                    <a:p>
                      <a:pPr marL="0" indent="0">
                        <a:lnSpc>
                          <a:spcPct val="100000"/>
                        </a:lnSpc>
                        <a:spcBef>
                          <a:spcPts val="0"/>
                        </a:spcBef>
                        <a:defRPr sz="1800" b="0">
                          <a:solidFill>
                            <a:srgbClr val="0E2841"/>
                          </a:solidFill>
                          <a:latin typeface="+mn-lt"/>
                        </a:defRPr>
                      </a:pPr>
                      <a:r>
                        <a:rPr lang="es-MX"/>
                        <a:t>2</a:t>
                      </a:r>
                    </a:p>
                  </a:txBody>
                  <a:tcPr marR="54864" marT="22860" marB="13716">
                    <a:solidFill>
                      <a:srgbClr val="F7FAFC"/>
                    </a:solidFill>
                  </a:tcPr>
                </a:tc>
                <a:tc>
                  <a:txBody>
                    <a:bodyPr/>
                    <a:lstStyle/>
                    <a:p>
                      <a:pPr marL="0" indent="0">
                        <a:lnSpc>
                          <a:spcPct val="100000"/>
                        </a:lnSpc>
                        <a:spcBef>
                          <a:spcPts val="0"/>
                        </a:spcBef>
                        <a:defRPr sz="1800" b="0">
                          <a:solidFill>
                            <a:srgbClr val="0E2841"/>
                          </a:solidFill>
                          <a:latin typeface="+mn-lt"/>
                        </a:defRPr>
                      </a:pPr>
                      <a:r>
                        <a:rPr lang="es-MX"/>
                        <a:t>98,32 %</a:t>
                      </a:r>
                    </a:p>
                  </a:txBody>
                  <a:tcPr marR="54864" marT="22860" marB="13716">
                    <a:solidFill>
                      <a:srgbClr val="F7FAFC"/>
                    </a:solidFill>
                  </a:tcPr>
                </a:tc>
                <a:extLst>
                  <a:ext uri="{0D108BD9-81ED-4DB2-BD59-A6C34878D82A}">
                    <a16:rowId xmlns:a16="http://schemas.microsoft.com/office/drawing/2014/main" val="10002"/>
                  </a:ext>
                </a:extLst>
              </a:tr>
            </a:tbl>
          </a:graphicData>
        </a:graphic>
      </p:graphicFrame>
      <p:sp>
        <p:nvSpPr>
          <p:cNvPr id="4" name="TextBox 3"/>
          <p:cNvSpPr txBox="1"/>
          <p:nvPr/>
        </p:nvSpPr>
        <p:spPr>
          <a:xfrm>
            <a:off x="838200" y="3061010"/>
            <a:ext cx="10424160" cy="640080"/>
          </a:xfrm>
          <a:prstGeom prst="rect">
            <a:avLst/>
          </a:prstGeom>
          <a:noFill/>
        </p:spPr>
        <p:txBody>
          <a:bodyPr wrap="square" lIns="0" tIns="0" rIns="0" bIns="0">
            <a:spAutoFit/>
          </a:bodyPr>
          <a:lstStyle/>
          <a:p>
            <a:pPr marL="0" indent="0">
              <a:lnSpc>
                <a:spcPct val="100000"/>
              </a:lnSpc>
              <a:spcBef>
                <a:spcPts val="0"/>
              </a:spcBef>
              <a:defRPr sz="2000" b="0">
                <a:solidFill>
                  <a:srgbClr val="0E2841"/>
                </a:solidFill>
                <a:latin typeface="+mn-lt"/>
              </a:defRPr>
            </a:pPr>
            <a:r>
              <a:rPr lang="es-MX" sz="2000"/>
              <a:t>Maestro: 1 llave vacía, 1 copia exacta y 2 versiones contradictorias.</a:t>
            </a:r>
          </a:p>
          <a:p>
            <a:pPr marL="0" indent="0">
              <a:lnSpc>
                <a:spcPct val="100000"/>
              </a:lnSpc>
              <a:spcBef>
                <a:spcPts val="0"/>
              </a:spcBef>
              <a:defRPr sz="2000" b="0">
                <a:solidFill>
                  <a:srgbClr val="0E2841"/>
                </a:solidFill>
                <a:latin typeface="+mn-lt"/>
              </a:defRPr>
            </a:pPr>
            <a:r>
              <a:rPr lang="es-MX" sz="2000"/>
              <a:t>E003 se separa. E059 y E060 están ausentes.</a:t>
            </a:r>
          </a:p>
        </p:txBody>
      </p:sp>
      <p:sp>
        <p:nvSpPr>
          <p:cNvPr id="5" name="TextBox 4"/>
          <p:cNvSpPr txBox="1"/>
          <p:nvPr/>
        </p:nvSpPr>
        <p:spPr>
          <a:xfrm>
            <a:off x="838200" y="3792530"/>
            <a:ext cx="10424160" cy="548640"/>
          </a:xfrm>
          <a:prstGeom prst="rect">
            <a:avLst/>
          </a:prstGeom>
          <a:noFill/>
        </p:spPr>
        <p:txBody>
          <a:bodyPr wrap="square" lIns="0" tIns="0" rIns="0" bIns="0">
            <a:spAutoFit/>
          </a:bodyPr>
          <a:lstStyle/>
          <a:p>
            <a:pPr marL="0" indent="0">
              <a:lnSpc>
                <a:spcPct val="100000"/>
              </a:lnSpc>
              <a:spcBef>
                <a:spcPts val="0"/>
              </a:spcBef>
              <a:defRPr sz="1800" b="0">
                <a:solidFill>
                  <a:srgbClr val="0E2841"/>
                </a:solidFill>
                <a:latin typeface="+mn-lt"/>
              </a:defRPr>
            </a:pPr>
            <a:r>
              <a:rPr lang="es-MX" sz="1800"/>
              <a:t>Especialización fuera de catálogo y un programa desconocido.</a:t>
            </a:r>
          </a:p>
          <a:p>
            <a:pPr marL="0" indent="0">
              <a:lnSpc>
                <a:spcPct val="100000"/>
              </a:lnSpc>
              <a:spcBef>
                <a:spcPts val="0"/>
              </a:spcBef>
              <a:defRPr sz="1800" b="0">
                <a:solidFill>
                  <a:srgbClr val="0E2841"/>
                </a:solidFill>
                <a:latin typeface="+mn-lt"/>
              </a:defRPr>
            </a:pPr>
            <a:r>
              <a:rPr lang="es-MX" sz="1800"/>
              <a:t>Diseño figura en el catálogo sin uso.</a:t>
            </a:r>
          </a:p>
        </p:txBody>
      </p:sp>
      <p:graphicFrame>
        <p:nvGraphicFramePr>
          <p:cNvPr id="6" name="Table 5"/>
          <p:cNvGraphicFramePr>
            <a:graphicFrameLocks noGrp="1"/>
          </p:cNvGraphicFramePr>
          <p:nvPr>
            <p:extLst>
              <p:ext uri="{D42A27DB-BD31-4B8C-83A1-F6EECF244321}">
                <p14:modId xmlns:p14="http://schemas.microsoft.com/office/powerpoint/2010/main" val="2615883645"/>
              </p:ext>
            </p:extLst>
          </p:nvPr>
        </p:nvGraphicFramePr>
        <p:xfrm>
          <a:off x="838200" y="4432610"/>
          <a:ext cx="10424158" cy="960120"/>
        </p:xfrm>
        <a:graphic>
          <a:graphicData uri="http://schemas.openxmlformats.org/drawingml/2006/table">
            <a:tbl>
              <a:tblPr firstRow="1" bandRow="1">
                <a:tableStyleId>{5C22544A-7EE6-4342-B048-85BDC9FD1C3A}</a:tableStyleId>
              </a:tblPr>
              <a:tblGrid>
                <a:gridCol w="2842952">
                  <a:extLst>
                    <a:ext uri="{9D8B030D-6E8A-4147-A177-3AD203B41FA5}">
                      <a16:colId xmlns:a16="http://schemas.microsoft.com/office/drawing/2014/main" val="20000"/>
                    </a:ext>
                  </a:extLst>
                </a:gridCol>
                <a:gridCol w="3790603">
                  <a:extLst>
                    <a:ext uri="{9D8B030D-6E8A-4147-A177-3AD203B41FA5}">
                      <a16:colId xmlns:a16="http://schemas.microsoft.com/office/drawing/2014/main" val="20001"/>
                    </a:ext>
                  </a:extLst>
                </a:gridCol>
                <a:gridCol w="3790603">
                  <a:extLst>
                    <a:ext uri="{9D8B030D-6E8A-4147-A177-3AD203B41FA5}">
                      <a16:colId xmlns:a16="http://schemas.microsoft.com/office/drawing/2014/main" val="20002"/>
                    </a:ext>
                  </a:extLst>
                </a:gridCol>
              </a:tblGrid>
              <a:tr h="320040">
                <a:tc>
                  <a:txBody>
                    <a:bodyPr/>
                    <a:lstStyle/>
                    <a:p>
                      <a:pPr marL="0" indent="0">
                        <a:lnSpc>
                          <a:spcPct val="100000"/>
                        </a:lnSpc>
                        <a:spcBef>
                          <a:spcPts val="0"/>
                        </a:spcBef>
                        <a:defRPr sz="1800" b="1">
                          <a:solidFill>
                            <a:srgbClr val="FFFFFF"/>
                          </a:solidFill>
                          <a:latin typeface="+mn-lt"/>
                        </a:defRPr>
                      </a:pPr>
                      <a:r>
                        <a:rPr lang="es-MX"/>
                        <a:t>Netos por periodo</a:t>
                      </a:r>
                    </a:p>
                  </a:txBody>
                  <a:tcPr marR="54864" marT="22860" marB="13716">
                    <a:solidFill>
                      <a:srgbClr val="1D4093"/>
                    </a:solidFill>
                  </a:tcPr>
                </a:tc>
                <a:tc>
                  <a:txBody>
                    <a:bodyPr/>
                    <a:lstStyle/>
                    <a:p>
                      <a:pPr marL="0" indent="0">
                        <a:lnSpc>
                          <a:spcPct val="100000"/>
                        </a:lnSpc>
                        <a:spcBef>
                          <a:spcPts val="0"/>
                        </a:spcBef>
                        <a:defRPr sz="1800" b="1">
                          <a:solidFill>
                            <a:srgbClr val="FFFFFF"/>
                          </a:solidFill>
                          <a:latin typeface="+mn-lt"/>
                        </a:defRPr>
                      </a:pPr>
                      <a:r>
                        <a:rPr lang="es-MX"/>
                        <a:t>Antes</a:t>
                      </a:r>
                    </a:p>
                  </a:txBody>
                  <a:tcPr marR="54864" marT="22860" marB="13716">
                    <a:solidFill>
                      <a:srgbClr val="1D4093"/>
                    </a:solidFill>
                  </a:tcPr>
                </a:tc>
                <a:tc>
                  <a:txBody>
                    <a:bodyPr/>
                    <a:lstStyle/>
                    <a:p>
                      <a:pPr marL="0" indent="0">
                        <a:lnSpc>
                          <a:spcPct val="100000"/>
                        </a:lnSpc>
                        <a:spcBef>
                          <a:spcPts val="0"/>
                        </a:spcBef>
                        <a:defRPr sz="1800" b="1">
                          <a:solidFill>
                            <a:srgbClr val="FFFFFF"/>
                          </a:solidFill>
                          <a:latin typeface="+mn-lt"/>
                        </a:defRPr>
                      </a:pPr>
                      <a:r>
                        <a:rPr lang="es-MX"/>
                        <a:t>Después</a:t>
                      </a:r>
                    </a:p>
                  </a:txBody>
                  <a:tcPr marR="54864" marT="22860" marB="13716">
                    <a:solidFill>
                      <a:srgbClr val="1D4093"/>
                    </a:solidFill>
                  </a:tcPr>
                </a:tc>
                <a:extLst>
                  <a:ext uri="{0D108BD9-81ED-4DB2-BD59-A6C34878D82A}">
                    <a16:rowId xmlns:a16="http://schemas.microsoft.com/office/drawing/2014/main" val="10000"/>
                  </a:ext>
                </a:extLst>
              </a:tr>
              <a:tr h="320040">
                <a:tc>
                  <a:txBody>
                    <a:bodyPr/>
                    <a:lstStyle/>
                    <a:p>
                      <a:pPr marL="0" indent="0">
                        <a:lnSpc>
                          <a:spcPct val="100000"/>
                        </a:lnSpc>
                        <a:spcBef>
                          <a:spcPts val="0"/>
                        </a:spcBef>
                        <a:defRPr sz="1800" b="0">
                          <a:solidFill>
                            <a:srgbClr val="0E2841"/>
                          </a:solidFill>
                          <a:latin typeface="+mn-lt"/>
                        </a:defRPr>
                      </a:pPr>
                      <a:r>
                        <a:rPr lang="es-MX"/>
                        <a:t>2026-1</a:t>
                      </a:r>
                    </a:p>
                  </a:txBody>
                  <a:tcPr marR="54864" marT="22860" marB="13716">
                    <a:solidFill>
                      <a:srgbClr val="EAF5FA"/>
                    </a:solidFill>
                  </a:tcPr>
                </a:tc>
                <a:tc>
                  <a:txBody>
                    <a:bodyPr/>
                    <a:lstStyle/>
                    <a:p>
                      <a:pPr marL="0" indent="0">
                        <a:lnSpc>
                          <a:spcPct val="100000"/>
                        </a:lnSpc>
                        <a:spcBef>
                          <a:spcPts val="0"/>
                        </a:spcBef>
                        <a:defRPr sz="1800" b="0">
                          <a:solidFill>
                            <a:srgbClr val="0E2841"/>
                          </a:solidFill>
                          <a:latin typeface="+mn-lt"/>
                        </a:defRPr>
                      </a:pPr>
                      <a:r>
                        <a:rPr lang="es-MX"/>
                        <a:t>$71.515.000 COP</a:t>
                      </a:r>
                    </a:p>
                  </a:txBody>
                  <a:tcPr marR="54864" marT="22860" marB="13716">
                    <a:solidFill>
                      <a:srgbClr val="EAF5FA"/>
                    </a:solidFill>
                  </a:tcPr>
                </a:tc>
                <a:tc>
                  <a:txBody>
                    <a:bodyPr/>
                    <a:lstStyle/>
                    <a:p>
                      <a:pPr marL="0" indent="0">
                        <a:lnSpc>
                          <a:spcPct val="100000"/>
                        </a:lnSpc>
                        <a:spcBef>
                          <a:spcPts val="0"/>
                        </a:spcBef>
                        <a:defRPr sz="1800" b="0">
                          <a:solidFill>
                            <a:srgbClr val="0E2841"/>
                          </a:solidFill>
                          <a:latin typeface="+mn-lt"/>
                        </a:defRPr>
                      </a:pPr>
                      <a:r>
                        <a:rPr lang="es-MX"/>
                        <a:t>$71.515.000 COP</a:t>
                      </a:r>
                    </a:p>
                  </a:txBody>
                  <a:tcPr marR="54864" marT="22860" marB="13716">
                    <a:solidFill>
                      <a:srgbClr val="EAF5FA"/>
                    </a:solidFill>
                  </a:tcPr>
                </a:tc>
                <a:extLst>
                  <a:ext uri="{0D108BD9-81ED-4DB2-BD59-A6C34878D82A}">
                    <a16:rowId xmlns:a16="http://schemas.microsoft.com/office/drawing/2014/main" val="10001"/>
                  </a:ext>
                </a:extLst>
              </a:tr>
              <a:tr h="320040">
                <a:tc>
                  <a:txBody>
                    <a:bodyPr/>
                    <a:lstStyle/>
                    <a:p>
                      <a:pPr marL="0" indent="0">
                        <a:lnSpc>
                          <a:spcPct val="100000"/>
                        </a:lnSpc>
                        <a:spcBef>
                          <a:spcPts val="0"/>
                        </a:spcBef>
                        <a:defRPr sz="1800" b="0">
                          <a:solidFill>
                            <a:srgbClr val="0E2841"/>
                          </a:solidFill>
                          <a:latin typeface="+mn-lt"/>
                        </a:defRPr>
                      </a:pPr>
                      <a:r>
                        <a:rPr lang="es-MX"/>
                        <a:t>2026-2</a:t>
                      </a:r>
                    </a:p>
                  </a:txBody>
                  <a:tcPr marR="54864" marT="22860" marB="13716">
                    <a:solidFill>
                      <a:srgbClr val="F7FAFC"/>
                    </a:solidFill>
                  </a:tcPr>
                </a:tc>
                <a:tc>
                  <a:txBody>
                    <a:bodyPr/>
                    <a:lstStyle/>
                    <a:p>
                      <a:pPr marL="0" indent="0">
                        <a:lnSpc>
                          <a:spcPct val="100000"/>
                        </a:lnSpc>
                        <a:spcBef>
                          <a:spcPts val="0"/>
                        </a:spcBef>
                        <a:defRPr sz="1800" b="0">
                          <a:solidFill>
                            <a:srgbClr val="0E2841"/>
                          </a:solidFill>
                          <a:latin typeface="+mn-lt"/>
                        </a:defRPr>
                      </a:pPr>
                      <a:r>
                        <a:rPr lang="es-MX"/>
                        <a:t>$78.480.000 COP</a:t>
                      </a:r>
                    </a:p>
                  </a:txBody>
                  <a:tcPr marR="54864" marT="22860" marB="13716">
                    <a:solidFill>
                      <a:srgbClr val="F7FAFC"/>
                    </a:solidFill>
                  </a:tcPr>
                </a:tc>
                <a:tc>
                  <a:txBody>
                    <a:bodyPr/>
                    <a:lstStyle/>
                    <a:p>
                      <a:pPr marL="0" indent="0">
                        <a:lnSpc>
                          <a:spcPct val="100000"/>
                        </a:lnSpc>
                        <a:spcBef>
                          <a:spcPts val="0"/>
                        </a:spcBef>
                        <a:defRPr sz="1800" b="0">
                          <a:solidFill>
                            <a:srgbClr val="0E2841"/>
                          </a:solidFill>
                          <a:latin typeface="+mn-lt"/>
                        </a:defRPr>
                      </a:pPr>
                      <a:r>
                        <a:rPr lang="es-MX"/>
                        <a:t>$78.480.000 COP</a:t>
                      </a:r>
                    </a:p>
                  </a:txBody>
                  <a:tcPr marR="54864" marT="22860" marB="13716">
                    <a:solidFill>
                      <a:srgbClr val="F7FAFC"/>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552669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AF289-A52A-C633-12F2-24C0B11D6253}"/>
              </a:ext>
            </a:extLst>
          </p:cNvPr>
          <p:cNvSpPr>
            <a:spLocks noGrp="1"/>
          </p:cNvSpPr>
          <p:nvPr>
            <p:ph type="title"/>
          </p:nvPr>
        </p:nvSpPr>
        <p:spPr/>
        <p:txBody>
          <a:bodyPr wrap="square" lIns="0" tIns="0" rIns="0" bIns="0"/>
          <a:lstStyle/>
          <a:p>
            <a:pPr marL="0" indent="0">
              <a:lnSpc>
                <a:spcPct val="100000"/>
              </a:lnSpc>
              <a:spcBef>
                <a:spcPts val="0"/>
              </a:spcBef>
              <a:defRPr sz="3200" b="1">
                <a:solidFill>
                  <a:srgbClr val="1D4093"/>
                </a:solidFill>
                <a:latin typeface="+mn-lt"/>
              </a:defRPr>
            </a:pPr>
            <a:r>
              <a:rPr lang="es-MX" sz="3200"/>
              <a:t>Socialización y paso a visualización</a:t>
            </a:r>
          </a:p>
        </p:txBody>
      </p:sp>
      <p:sp>
        <p:nvSpPr>
          <p:cNvPr id="3" name="TextBox 2"/>
          <p:cNvSpPr txBox="1"/>
          <p:nvPr/>
        </p:nvSpPr>
        <p:spPr>
          <a:xfrm>
            <a:off x="868680" y="1783080"/>
            <a:ext cx="10424160" cy="492443"/>
          </a:xfrm>
          <a:prstGeom prst="rect">
            <a:avLst/>
          </a:prstGeom>
          <a:noFill/>
        </p:spPr>
        <p:txBody>
          <a:bodyPr wrap="square" lIns="0" tIns="0" rIns="0" bIns="0">
            <a:spAutoFit/>
          </a:bodyPr>
          <a:lstStyle/>
          <a:p>
            <a:pPr marL="0" indent="0">
              <a:lnSpc>
                <a:spcPct val="100000"/>
              </a:lnSpc>
              <a:spcBef>
                <a:spcPts val="0"/>
              </a:spcBef>
              <a:defRPr sz="3200" b="1">
                <a:solidFill>
                  <a:srgbClr val="1D4093"/>
                </a:solidFill>
                <a:latin typeface="+mn-lt"/>
              </a:defRPr>
            </a:pPr>
            <a:r>
              <a:rPr dirty="0"/>
              <a:t>10 </a:t>
            </a:r>
            <a:r>
              <a:rPr dirty="0" err="1"/>
              <a:t>minutos</a:t>
            </a:r>
            <a:endParaRPr lang="es-MX" dirty="0"/>
          </a:p>
        </p:txBody>
      </p:sp>
      <p:sp>
        <p:nvSpPr>
          <p:cNvPr id="4" name="TextBox 3"/>
          <p:cNvSpPr txBox="1"/>
          <p:nvPr/>
        </p:nvSpPr>
        <p:spPr>
          <a:xfrm>
            <a:off x="868680" y="2651760"/>
            <a:ext cx="10424160" cy="1846659"/>
          </a:xfrm>
          <a:prstGeom prst="rect">
            <a:avLst/>
          </a:prstGeom>
          <a:noFill/>
        </p:spPr>
        <p:txBody>
          <a:bodyPr wrap="square" lIns="0" tIns="0" rIns="0" bIns="0">
            <a:spAutoFit/>
          </a:bodyPr>
          <a:lstStyle/>
          <a:p>
            <a:pPr marL="0" indent="0">
              <a:lnSpc>
                <a:spcPct val="100000"/>
              </a:lnSpc>
              <a:spcBef>
                <a:spcPts val="0"/>
              </a:spcBef>
              <a:defRPr sz="2400" b="0">
                <a:solidFill>
                  <a:srgbClr val="0E2841"/>
                </a:solidFill>
                <a:latin typeface="+mn-lt"/>
              </a:defRPr>
            </a:pPr>
            <a:r>
              <a:rPr lang="es-MX" sz="2400"/>
              <a:t>¿Qué unión elegiste y qué universo conservaste?</a:t>
            </a:r>
          </a:p>
          <a:p>
            <a:pPr marL="0" indent="0">
              <a:lnSpc>
                <a:spcPct val="100000"/>
              </a:lnSpc>
              <a:spcBef>
                <a:spcPts val="0"/>
              </a:spcBef>
              <a:defRPr sz="2400" b="0">
                <a:solidFill>
                  <a:srgbClr val="0E2841"/>
                </a:solidFill>
                <a:latin typeface="+mn-lt"/>
              </a:defRPr>
            </a:pPr>
            <a:endParaRPr lang="es-MX" sz="2400"/>
          </a:p>
          <a:p>
            <a:pPr marL="0" indent="0">
              <a:lnSpc>
                <a:spcPct val="100000"/>
              </a:lnSpc>
              <a:spcBef>
                <a:spcPts val="0"/>
              </a:spcBef>
              <a:defRPr sz="2400" b="0">
                <a:solidFill>
                  <a:srgbClr val="0E2841"/>
                </a:solidFill>
                <a:latin typeface="+mn-lt"/>
              </a:defRPr>
            </a:pPr>
            <a:r>
              <a:rPr lang="es-MX" sz="2400"/>
              <a:t>¿Qué pendiente requiere consultar a la fuente?</a:t>
            </a:r>
          </a:p>
          <a:p>
            <a:pPr marL="0" indent="0">
              <a:lnSpc>
                <a:spcPct val="100000"/>
              </a:lnSpc>
              <a:spcBef>
                <a:spcPts val="0"/>
              </a:spcBef>
              <a:defRPr sz="2400" b="0">
                <a:solidFill>
                  <a:srgbClr val="0E2841"/>
                </a:solidFill>
                <a:latin typeface="+mn-lt"/>
              </a:defRPr>
            </a:pPr>
            <a:endParaRPr lang="es-MX" sz="2400"/>
          </a:p>
          <a:p>
            <a:pPr marL="0" indent="0">
              <a:lnSpc>
                <a:spcPct val="100000"/>
              </a:lnSpc>
              <a:spcBef>
                <a:spcPts val="0"/>
              </a:spcBef>
              <a:defRPr sz="2400" b="0">
                <a:solidFill>
                  <a:srgbClr val="0E2841"/>
                </a:solidFill>
                <a:latin typeface="+mn-lt"/>
              </a:defRPr>
            </a:pPr>
            <a:r>
              <a:rPr lang="es-MX" sz="2400"/>
              <a:t>¿Qué limitación debe acompañar el análisis de municipios?</a:t>
            </a:r>
          </a:p>
        </p:txBody>
      </p:sp>
      <p:sp>
        <p:nvSpPr>
          <p:cNvPr id="5" name="TextBox 4"/>
          <p:cNvSpPr txBox="1"/>
          <p:nvPr/>
        </p:nvSpPr>
        <p:spPr>
          <a:xfrm>
            <a:off x="883920" y="4994632"/>
            <a:ext cx="10424160" cy="365760"/>
          </a:xfrm>
          <a:prstGeom prst="rect">
            <a:avLst/>
          </a:prstGeom>
          <a:noFill/>
        </p:spPr>
        <p:txBody>
          <a:bodyPr wrap="square" lIns="0" tIns="0" rIns="0" bIns="0">
            <a:spAutoFit/>
          </a:bodyPr>
          <a:lstStyle/>
          <a:p>
            <a:pPr marL="0" indent="0">
              <a:lnSpc>
                <a:spcPct val="100000"/>
              </a:lnSpc>
              <a:spcBef>
                <a:spcPts val="0"/>
              </a:spcBef>
              <a:defRPr sz="2400" b="1">
                <a:solidFill>
                  <a:srgbClr val="1D4093"/>
                </a:solidFill>
                <a:latin typeface="+mn-lt"/>
              </a:defRPr>
            </a:pPr>
            <a:r>
              <a:rPr lang="es-MX" sz="2400" dirty="0"/>
              <a:t>Un tablero hereda los errores de integración.</a:t>
            </a:r>
          </a:p>
        </p:txBody>
      </p:sp>
    </p:spTree>
    <p:extLst>
      <p:ext uri="{BB962C8B-B14F-4D97-AF65-F5344CB8AC3E}">
        <p14:creationId xmlns:p14="http://schemas.microsoft.com/office/powerpoint/2010/main" val="3552669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121</TotalTime>
  <Words>5070</Words>
  <Application>Microsoft Office PowerPoint</Application>
  <PresentationFormat>Panorámica</PresentationFormat>
  <Paragraphs>663</Paragraphs>
  <Slides>29</Slides>
  <Notes>29</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29</vt:i4>
      </vt:variant>
    </vt:vector>
  </HeadingPairs>
  <TitlesOfParts>
    <vt:vector size="34" baseType="lpstr">
      <vt:lpstr>Aptos</vt:lpstr>
      <vt:lpstr>Aptos Display</vt:lpstr>
      <vt:lpstr>Arial</vt:lpstr>
      <vt:lpstr>Roboto</vt:lpstr>
      <vt:lpstr>Office Theme</vt:lpstr>
      <vt:lpstr>Merge, concatenación e integración de fuentes</vt:lpstr>
      <vt:lpstr>Objetivo y recorrido</vt:lpstr>
      <vt:lpstr>Indicadores que necesitan otras fuentes</vt:lpstr>
      <vt:lpstr>Qué representa una fila en cada fuente</vt:lpstr>
      <vt:lpstr>Concatenación vertical</vt:lpstr>
      <vt:lpstr>Concatenación horizontal</vt:lpstr>
      <vt:lpstr>Quiz 1 · Dos tablas del mismo tamaño</vt:lpstr>
      <vt:lpstr>Respuesta 1 Identidad y posición</vt:lpstr>
      <vt:lpstr>Llaves de integración</vt:lpstr>
      <vt:lpstr>Tipos de unión · Tabla de referencia</vt:lpstr>
      <vt:lpstr>Left e inner</vt:lpstr>
      <vt:lpstr>Right y outer</vt:lpstr>
      <vt:lpstr>Quiz 2 · Conservar el universo</vt:lpstr>
      <vt:lpstr>Respuesta 2 Fuente y propósito</vt:lpstr>
      <vt:lpstr>Cardinalidad</vt:lpstr>
      <vt:lpstr>Una unión que multiplica cifras</vt:lpstr>
      <vt:lpstr>Quiz 3 · Neto duplicado</vt:lpstr>
      <vt:lpstr>Respuesta 3 El cruce también cambia cantidades</vt:lpstr>
      <vt:lpstr>Controles antes de integrar</vt:lpstr>
      <vt:lpstr>Descanso 20 minutos</vt:lpstr>
      <vt:lpstr>Un merge con contrato</vt:lpstr>
      <vt:lpstr>Registros emparejados y pendientes</vt:lpstr>
      <vt:lpstr>Primera integración en Colab</vt:lpstr>
      <vt:lpstr>Laboratorio · Integración independiente</vt:lpstr>
      <vt:lpstr>Controles después de integrar</vt:lpstr>
      <vt:lpstr>Quiz 4 · Misma cantidad, ¿resultado correcto?</vt:lpstr>
      <vt:lpstr>Respuesta 4 Evidencia complementaria</vt:lpstr>
      <vt:lpstr>Resultados verificados del laboratorio</vt:lpstr>
      <vt:lpstr>Socialización y paso a visualización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Sara Juyo</dc:creator>
  <cp:lastModifiedBy>Johan Steev Muriel Mosquera</cp:lastModifiedBy>
  <cp:revision>1</cp:revision>
  <dcterms:created xsi:type="dcterms:W3CDTF">2026-10-14T19:15:58Z</dcterms:created>
  <dcterms:modified xsi:type="dcterms:W3CDTF">2026-10-15T01:21:27Z</dcterms:modified>
</cp:coreProperties>
</file>